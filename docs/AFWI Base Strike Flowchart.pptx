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diagrams/data1.xml" ContentType="application/vnd.openxmlformats-officedocument.drawingml.diagramData+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layout1.xml" ContentType="application/vnd.openxmlformats-officedocument.drawingml.diagramLayout+xml"/>
  <Override PartName="/ppt/diagrams/quickStyle1.xml" ContentType="application/vnd.openxmlformats-officedocument.drawingml.diagramStyle+xml"/>
  <Override PartName="/ppt/theme/theme1.xml" ContentType="application/vnd.openxmlformats-officedocument.theme+xml"/>
  <Override PartName="/ppt/diagrams/colors1.xml" ContentType="application/vnd.openxmlformats-officedocument.drawingml.diagramColors+xml"/>
  <Override PartName="/ppt/diagrams/drawing1.xml" ContentType="application/vnd.ms-office.drawingml.diagramDrawing+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787"/>
    <a:srgbClr val="FF7979"/>
    <a:srgbClr val="E1CEF0"/>
    <a:srgbClr val="DEC8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2.xml"/><Relationship Id="rId3" Type="http://schemas.openxmlformats.org/officeDocument/2006/relationships/presProps" Target="presProps.xml"/><Relationship Id="rId7"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 Id="rId9"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946813-19E8-4C36-BE11-C7457473ADD2}"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en-US"/>
        </a:p>
      </dgm:t>
    </dgm:pt>
    <dgm:pt modelId="{0C14DA91-7ED7-403C-8388-AB3709E9AFB1}">
      <dgm:prSet phldrT="[Text]"/>
      <dgm:spPr>
        <a:solidFill>
          <a:srgbClr val="7030A0"/>
        </a:solidFill>
        <a:ln>
          <a:solidFill>
            <a:schemeClr val="tx1"/>
          </a:solidFill>
        </a:ln>
      </dgm:spPr>
      <dgm:t>
        <a:bodyPr/>
        <a:lstStyle/>
        <a:p>
          <a:r>
            <a:rPr lang="en-US" dirty="0"/>
            <a:t>Enabler Card</a:t>
          </a:r>
        </a:p>
      </dgm:t>
    </dgm:pt>
    <dgm:pt modelId="{7614C074-E243-4C83-81B9-9254D0E17771}" type="parTrans" cxnId="{B085E136-FA71-47F8-948F-B186B23C4707}">
      <dgm:prSet/>
      <dgm:spPr/>
      <dgm:t>
        <a:bodyPr/>
        <a:lstStyle/>
        <a:p>
          <a:endParaRPr lang="en-US"/>
        </a:p>
      </dgm:t>
    </dgm:pt>
    <dgm:pt modelId="{FB4A35A4-2D5B-4503-9ADB-F8AE7F5BD9C5}" type="sibTrans" cxnId="{B085E136-FA71-47F8-948F-B186B23C4707}">
      <dgm:prSet/>
      <dgm:spPr/>
      <dgm:t>
        <a:bodyPr/>
        <a:lstStyle/>
        <a:p>
          <a:endParaRPr lang="en-US"/>
        </a:p>
      </dgm:t>
    </dgm:pt>
    <dgm:pt modelId="{CA60C036-FBF8-4A70-9E47-4C3644D9D6B7}">
      <dgm:prSet phldrT="[Text]"/>
      <dgm:spPr>
        <a:solidFill>
          <a:srgbClr val="DEC8EE">
            <a:alpha val="89804"/>
          </a:srgbClr>
        </a:solidFill>
        <a:ln>
          <a:solidFill>
            <a:schemeClr val="tx1">
              <a:alpha val="90000"/>
            </a:schemeClr>
          </a:solidFill>
        </a:ln>
      </dgm:spPr>
      <dgm:t>
        <a:bodyPr/>
        <a:lstStyle/>
        <a:p>
          <a:r>
            <a:rPr lang="en-US" dirty="0"/>
            <a:t>Roll to hit. If the card does not say to roll to hit, the attack hits automatically.</a:t>
          </a:r>
        </a:p>
      </dgm:t>
    </dgm:pt>
    <dgm:pt modelId="{3925E325-31D4-49CA-ACC6-DF98353D791F}" type="parTrans" cxnId="{49238B89-9AB2-4E70-A7EE-23347DB7D33B}">
      <dgm:prSet/>
      <dgm:spPr/>
      <dgm:t>
        <a:bodyPr/>
        <a:lstStyle/>
        <a:p>
          <a:endParaRPr lang="en-US"/>
        </a:p>
      </dgm:t>
    </dgm:pt>
    <dgm:pt modelId="{33D9C67A-2D79-4ABB-8719-246A9A2046AD}" type="sibTrans" cxnId="{49238B89-9AB2-4E70-A7EE-23347DB7D33B}">
      <dgm:prSet/>
      <dgm:spPr/>
      <dgm:t>
        <a:bodyPr/>
        <a:lstStyle/>
        <a:p>
          <a:endParaRPr lang="en-US"/>
        </a:p>
      </dgm:t>
    </dgm:pt>
    <dgm:pt modelId="{08674309-1D0F-4B95-ACBD-2FCBFCFD5F2D}">
      <dgm:prSet phldrT="[Text]"/>
      <dgm:spPr>
        <a:solidFill>
          <a:srgbClr val="E1CEF0"/>
        </a:solidFill>
        <a:ln>
          <a:solidFill>
            <a:schemeClr val="tx1">
              <a:alpha val="90000"/>
            </a:schemeClr>
          </a:solidFill>
        </a:ln>
      </dgm:spPr>
      <dgm:t>
        <a:bodyPr/>
        <a:lstStyle/>
        <a:p>
          <a:r>
            <a:rPr lang="en-US" dirty="0"/>
            <a:t>Roll 1d4 for base damage. Allocate the damage among squadrons and tokens on the base. If there are not eligible targets, place three markers on the base. These are worth VP at the end of the game.</a:t>
          </a:r>
        </a:p>
      </dgm:t>
    </dgm:pt>
    <dgm:pt modelId="{72D69E7A-15ED-4E0F-B257-0449F997FFA3}" type="parTrans" cxnId="{16C9D72D-62E0-4BE4-B351-73C89EF497A1}">
      <dgm:prSet/>
      <dgm:spPr/>
      <dgm:t>
        <a:bodyPr/>
        <a:lstStyle/>
        <a:p>
          <a:endParaRPr lang="en-US"/>
        </a:p>
      </dgm:t>
    </dgm:pt>
    <dgm:pt modelId="{5220C178-DAAC-44D6-9489-92ACD0E30599}" type="sibTrans" cxnId="{16C9D72D-62E0-4BE4-B351-73C89EF497A1}">
      <dgm:prSet/>
      <dgm:spPr/>
      <dgm:t>
        <a:bodyPr/>
        <a:lstStyle/>
        <a:p>
          <a:endParaRPr lang="en-US"/>
        </a:p>
      </dgm:t>
    </dgm:pt>
    <dgm:pt modelId="{4274384D-363C-40C1-9D4B-AC60A7330080}">
      <dgm:prSet phldrT="[Text]"/>
      <dgm:spPr>
        <a:solidFill>
          <a:srgbClr val="FF0000"/>
        </a:solidFill>
        <a:ln>
          <a:solidFill>
            <a:schemeClr val="tx1"/>
          </a:solidFill>
        </a:ln>
      </dgm:spPr>
      <dgm:t>
        <a:bodyPr/>
        <a:lstStyle/>
        <a:p>
          <a:r>
            <a:rPr lang="en-US" dirty="0"/>
            <a:t>Bomber or Ship</a:t>
          </a:r>
        </a:p>
      </dgm:t>
    </dgm:pt>
    <dgm:pt modelId="{82B915FE-EAC7-4431-BA31-54CCF5CCF325}" type="parTrans" cxnId="{0CA76A7F-6C8D-455F-8499-8EB934B007F9}">
      <dgm:prSet/>
      <dgm:spPr/>
      <dgm:t>
        <a:bodyPr/>
        <a:lstStyle/>
        <a:p>
          <a:endParaRPr lang="en-US"/>
        </a:p>
      </dgm:t>
    </dgm:pt>
    <dgm:pt modelId="{D4FDD553-2316-4587-9498-6C44D5B90627}" type="sibTrans" cxnId="{0CA76A7F-6C8D-455F-8499-8EB934B007F9}">
      <dgm:prSet/>
      <dgm:spPr/>
      <dgm:t>
        <a:bodyPr/>
        <a:lstStyle/>
        <a:p>
          <a:endParaRPr lang="en-US"/>
        </a:p>
      </dgm:t>
    </dgm:pt>
    <dgm:pt modelId="{D985D81B-1954-4224-892A-561A88E4FE56}">
      <dgm:prSet phldrT="[Text]"/>
      <dgm:spPr>
        <a:solidFill>
          <a:srgbClr val="FF7979">
            <a:alpha val="89804"/>
          </a:srgbClr>
        </a:solidFill>
        <a:ln>
          <a:solidFill>
            <a:schemeClr val="tx1">
              <a:alpha val="90000"/>
            </a:schemeClr>
          </a:solidFill>
        </a:ln>
      </dgm:spPr>
      <dgm:t>
        <a:bodyPr/>
        <a:lstStyle/>
        <a:p>
          <a:r>
            <a:rPr lang="en-US" dirty="0"/>
            <a:t>Roll to hit. If the attackers rolls the tokens’ attack number of higher, and if the missile is not intercepted by a Missile Defense Token, the attack goes through.</a:t>
          </a:r>
        </a:p>
      </dgm:t>
    </dgm:pt>
    <dgm:pt modelId="{E521AE85-AA22-41F4-91A4-916B95AAD10F}" type="parTrans" cxnId="{7901551D-CA63-48C8-87A8-197B2E7EFB7B}">
      <dgm:prSet/>
      <dgm:spPr/>
      <dgm:t>
        <a:bodyPr/>
        <a:lstStyle/>
        <a:p>
          <a:endParaRPr lang="en-US"/>
        </a:p>
      </dgm:t>
    </dgm:pt>
    <dgm:pt modelId="{6B6F595E-9BCB-43EC-B945-615EC00C6507}" type="sibTrans" cxnId="{7901551D-CA63-48C8-87A8-197B2E7EFB7B}">
      <dgm:prSet/>
      <dgm:spPr/>
      <dgm:t>
        <a:bodyPr/>
        <a:lstStyle/>
        <a:p>
          <a:endParaRPr lang="en-US"/>
        </a:p>
      </dgm:t>
    </dgm:pt>
    <dgm:pt modelId="{20DDF286-6673-48C1-A360-06C3344D6AD7}">
      <dgm:prSet phldrT="[Text]"/>
      <dgm:spPr>
        <a:solidFill>
          <a:srgbClr val="FF8787"/>
        </a:solidFill>
        <a:ln>
          <a:solidFill>
            <a:schemeClr val="tx1">
              <a:alpha val="90000"/>
            </a:schemeClr>
          </a:solidFill>
        </a:ln>
      </dgm:spPr>
      <dgm:t>
        <a:bodyPr/>
        <a:lstStyle/>
        <a:p>
          <a:r>
            <a:rPr lang="en-US" dirty="0"/>
            <a:t>Roll 1d4 for base damage. Allocate the damage among squadrons and tokens on the base. If there are not eligible targets, place three markers on the base. These are worth VP at the end of the game.</a:t>
          </a:r>
        </a:p>
      </dgm:t>
    </dgm:pt>
    <dgm:pt modelId="{83D6E9A9-0315-4122-ACF6-44B427031816}" type="parTrans" cxnId="{CDA95154-9E6A-4CD8-BE5B-C8828C3197CC}">
      <dgm:prSet/>
      <dgm:spPr/>
      <dgm:t>
        <a:bodyPr/>
        <a:lstStyle/>
        <a:p>
          <a:endParaRPr lang="en-US"/>
        </a:p>
      </dgm:t>
    </dgm:pt>
    <dgm:pt modelId="{317F1990-7B21-481B-9B04-0F3D3EFE2CD1}" type="sibTrans" cxnId="{CDA95154-9E6A-4CD8-BE5B-C8828C3197CC}">
      <dgm:prSet/>
      <dgm:spPr/>
      <dgm:t>
        <a:bodyPr/>
        <a:lstStyle/>
        <a:p>
          <a:endParaRPr lang="en-US"/>
        </a:p>
      </dgm:t>
    </dgm:pt>
    <dgm:pt modelId="{72199431-FA54-40A6-955D-92CE0EF4A2B7}">
      <dgm:prSet phldrT="[Text]"/>
      <dgm:spPr>
        <a:ln>
          <a:solidFill>
            <a:schemeClr val="tx1"/>
          </a:solidFill>
        </a:ln>
      </dgm:spPr>
      <dgm:t>
        <a:bodyPr/>
        <a:lstStyle/>
        <a:p>
          <a:r>
            <a:rPr lang="en-US" dirty="0"/>
            <a:t>All other Tokens</a:t>
          </a:r>
        </a:p>
      </dgm:t>
    </dgm:pt>
    <dgm:pt modelId="{8342E02B-52FD-4651-BE80-A92A0C0819B6}" type="parTrans" cxnId="{396FA23F-6825-4720-BF2D-EB245AD145B3}">
      <dgm:prSet/>
      <dgm:spPr/>
      <dgm:t>
        <a:bodyPr/>
        <a:lstStyle/>
        <a:p>
          <a:endParaRPr lang="en-US"/>
        </a:p>
      </dgm:t>
    </dgm:pt>
    <dgm:pt modelId="{6E497F89-1816-47F0-91B5-69E50580A39C}" type="sibTrans" cxnId="{396FA23F-6825-4720-BF2D-EB245AD145B3}">
      <dgm:prSet/>
      <dgm:spPr/>
      <dgm:t>
        <a:bodyPr/>
        <a:lstStyle/>
        <a:p>
          <a:endParaRPr lang="en-US"/>
        </a:p>
      </dgm:t>
    </dgm:pt>
    <dgm:pt modelId="{FF3CE42F-4AA5-47D9-9208-53EBFC805174}">
      <dgm:prSet phldrT="[Text]"/>
      <dgm:spPr>
        <a:ln>
          <a:solidFill>
            <a:schemeClr val="tx1">
              <a:alpha val="90000"/>
            </a:schemeClr>
          </a:solidFill>
        </a:ln>
      </dgm:spPr>
      <dgm:t>
        <a:bodyPr/>
        <a:lstStyle/>
        <a:p>
          <a:r>
            <a:rPr lang="en-US" dirty="0"/>
            <a:t>Roll to hit. If the attackers rolls the tokens’ attack number of higher, and if the missile is not intercepted by a Missile Defense Token, the attack goes through.</a:t>
          </a:r>
        </a:p>
      </dgm:t>
    </dgm:pt>
    <dgm:pt modelId="{9C0D2BEC-E089-4278-9066-C691B886B69C}" type="parTrans" cxnId="{741E3AE3-E95E-464C-87DB-7DD378E147DB}">
      <dgm:prSet/>
      <dgm:spPr/>
      <dgm:t>
        <a:bodyPr/>
        <a:lstStyle/>
        <a:p>
          <a:endParaRPr lang="en-US"/>
        </a:p>
      </dgm:t>
    </dgm:pt>
    <dgm:pt modelId="{93AE8C9B-7B8E-4119-A38A-B611A89780D0}" type="sibTrans" cxnId="{741E3AE3-E95E-464C-87DB-7DD378E147DB}">
      <dgm:prSet/>
      <dgm:spPr/>
      <dgm:t>
        <a:bodyPr/>
        <a:lstStyle/>
        <a:p>
          <a:endParaRPr lang="en-US"/>
        </a:p>
      </dgm:t>
    </dgm:pt>
    <dgm:pt modelId="{A98C4287-5AAE-49A0-9C3B-5E27A0E573D1}">
      <dgm:prSet phldrT="[Text]"/>
      <dgm:spPr>
        <a:ln>
          <a:solidFill>
            <a:schemeClr val="tx1">
              <a:alpha val="90000"/>
            </a:schemeClr>
          </a:solidFill>
        </a:ln>
      </dgm:spPr>
      <dgm:t>
        <a:bodyPr/>
        <a:lstStyle/>
        <a:p>
          <a:r>
            <a:rPr lang="en-US" dirty="0"/>
            <a:t>The attack does one damage. Allocate the one damage to a squadron or token. If there are not eligible targets, place three markers on the base. These are worth VP at the end of the game.</a:t>
          </a:r>
        </a:p>
      </dgm:t>
    </dgm:pt>
    <dgm:pt modelId="{EE7B069B-FFA2-474E-B9D9-0AE615B2A0E4}" type="parTrans" cxnId="{E910949C-080F-4E92-AE1E-3C8BC762C3A8}">
      <dgm:prSet/>
      <dgm:spPr/>
      <dgm:t>
        <a:bodyPr/>
        <a:lstStyle/>
        <a:p>
          <a:endParaRPr lang="en-US"/>
        </a:p>
      </dgm:t>
    </dgm:pt>
    <dgm:pt modelId="{C55FB5F4-EF12-4972-92F5-B775B1AD0C1C}" type="sibTrans" cxnId="{E910949C-080F-4E92-AE1E-3C8BC762C3A8}">
      <dgm:prSet/>
      <dgm:spPr/>
      <dgm:t>
        <a:bodyPr/>
        <a:lstStyle/>
        <a:p>
          <a:endParaRPr lang="en-US"/>
        </a:p>
      </dgm:t>
    </dgm:pt>
    <dgm:pt modelId="{2417E231-5C3A-4C8F-A9BD-15420187A5C1}" type="pres">
      <dgm:prSet presAssocID="{16946813-19E8-4C36-BE11-C7457473ADD2}" presName="Name0" presStyleCnt="0">
        <dgm:presLayoutVars>
          <dgm:chPref val="3"/>
          <dgm:dir/>
          <dgm:animLvl val="lvl"/>
          <dgm:resizeHandles/>
        </dgm:presLayoutVars>
      </dgm:prSet>
      <dgm:spPr/>
    </dgm:pt>
    <dgm:pt modelId="{F66DF602-6D3C-4B50-8A8A-46E6B6CEF263}" type="pres">
      <dgm:prSet presAssocID="{0C14DA91-7ED7-403C-8388-AB3709E9AFB1}" presName="horFlow" presStyleCnt="0"/>
      <dgm:spPr/>
    </dgm:pt>
    <dgm:pt modelId="{E02432D0-342A-4BD5-A074-F7BE589C761E}" type="pres">
      <dgm:prSet presAssocID="{0C14DA91-7ED7-403C-8388-AB3709E9AFB1}" presName="bigChev" presStyleLbl="node1" presStyleIdx="0" presStyleCnt="3"/>
      <dgm:spPr/>
    </dgm:pt>
    <dgm:pt modelId="{CAE07238-CBD3-437F-80B2-084E1DBE538A}" type="pres">
      <dgm:prSet presAssocID="{3925E325-31D4-49CA-ACC6-DF98353D791F}" presName="parTrans" presStyleCnt="0"/>
      <dgm:spPr/>
    </dgm:pt>
    <dgm:pt modelId="{B5727FDB-EC3C-4E03-8E11-07C3DB883308}" type="pres">
      <dgm:prSet presAssocID="{CA60C036-FBF8-4A70-9E47-4C3644D9D6B7}" presName="node" presStyleLbl="alignAccFollowNode1" presStyleIdx="0" presStyleCnt="6">
        <dgm:presLayoutVars>
          <dgm:bulletEnabled val="1"/>
        </dgm:presLayoutVars>
      </dgm:prSet>
      <dgm:spPr/>
    </dgm:pt>
    <dgm:pt modelId="{0E497C23-3D16-4F74-97DD-206F6FD4A7BE}" type="pres">
      <dgm:prSet presAssocID="{33D9C67A-2D79-4ABB-8719-246A9A2046AD}" presName="sibTrans" presStyleCnt="0"/>
      <dgm:spPr/>
    </dgm:pt>
    <dgm:pt modelId="{83254E6F-1C88-4456-B89E-8DAF370CFBDB}" type="pres">
      <dgm:prSet presAssocID="{08674309-1D0F-4B95-ACBD-2FCBFCFD5F2D}" presName="node" presStyleLbl="alignAccFollowNode1" presStyleIdx="1" presStyleCnt="6">
        <dgm:presLayoutVars>
          <dgm:bulletEnabled val="1"/>
        </dgm:presLayoutVars>
      </dgm:prSet>
      <dgm:spPr/>
    </dgm:pt>
    <dgm:pt modelId="{1EB4990B-7C86-428C-8EEA-5EEBA44E0B29}" type="pres">
      <dgm:prSet presAssocID="{0C14DA91-7ED7-403C-8388-AB3709E9AFB1}" presName="vSp" presStyleCnt="0"/>
      <dgm:spPr/>
    </dgm:pt>
    <dgm:pt modelId="{7995D9DE-BF5F-44A8-930A-4C92FA39824C}" type="pres">
      <dgm:prSet presAssocID="{4274384D-363C-40C1-9D4B-AC60A7330080}" presName="horFlow" presStyleCnt="0"/>
      <dgm:spPr/>
    </dgm:pt>
    <dgm:pt modelId="{AC13579D-608F-4E6A-B099-5E0F1238B983}" type="pres">
      <dgm:prSet presAssocID="{4274384D-363C-40C1-9D4B-AC60A7330080}" presName="bigChev" presStyleLbl="node1" presStyleIdx="1" presStyleCnt="3"/>
      <dgm:spPr/>
    </dgm:pt>
    <dgm:pt modelId="{E5C88C36-DB66-4F07-AC5F-0C86B8EF68BB}" type="pres">
      <dgm:prSet presAssocID="{E521AE85-AA22-41F4-91A4-916B95AAD10F}" presName="parTrans" presStyleCnt="0"/>
      <dgm:spPr/>
    </dgm:pt>
    <dgm:pt modelId="{5673EE08-1EE9-494B-B82C-F755185B6769}" type="pres">
      <dgm:prSet presAssocID="{D985D81B-1954-4224-892A-561A88E4FE56}" presName="node" presStyleLbl="alignAccFollowNode1" presStyleIdx="2" presStyleCnt="6">
        <dgm:presLayoutVars>
          <dgm:bulletEnabled val="1"/>
        </dgm:presLayoutVars>
      </dgm:prSet>
      <dgm:spPr/>
    </dgm:pt>
    <dgm:pt modelId="{6C0E584A-F239-43E4-84DC-BFF073A1985E}" type="pres">
      <dgm:prSet presAssocID="{6B6F595E-9BCB-43EC-B945-615EC00C6507}" presName="sibTrans" presStyleCnt="0"/>
      <dgm:spPr/>
    </dgm:pt>
    <dgm:pt modelId="{173DF9EF-5C36-4F81-B84F-80C057139069}" type="pres">
      <dgm:prSet presAssocID="{20DDF286-6673-48C1-A360-06C3344D6AD7}" presName="node" presStyleLbl="alignAccFollowNode1" presStyleIdx="3" presStyleCnt="6">
        <dgm:presLayoutVars>
          <dgm:bulletEnabled val="1"/>
        </dgm:presLayoutVars>
      </dgm:prSet>
      <dgm:spPr/>
    </dgm:pt>
    <dgm:pt modelId="{CD17C89F-59E6-4EBF-827B-DD0C11CEE5A5}" type="pres">
      <dgm:prSet presAssocID="{4274384D-363C-40C1-9D4B-AC60A7330080}" presName="vSp" presStyleCnt="0"/>
      <dgm:spPr/>
    </dgm:pt>
    <dgm:pt modelId="{D154C565-B045-4E1D-9935-6020B2B7FA10}" type="pres">
      <dgm:prSet presAssocID="{72199431-FA54-40A6-955D-92CE0EF4A2B7}" presName="horFlow" presStyleCnt="0"/>
      <dgm:spPr/>
    </dgm:pt>
    <dgm:pt modelId="{3806CAD9-EB78-48E9-8DCE-E5B8D76FCA03}" type="pres">
      <dgm:prSet presAssocID="{72199431-FA54-40A6-955D-92CE0EF4A2B7}" presName="bigChev" presStyleLbl="node1" presStyleIdx="2" presStyleCnt="3"/>
      <dgm:spPr/>
    </dgm:pt>
    <dgm:pt modelId="{787317BA-1BA2-4701-8B66-166EF917891C}" type="pres">
      <dgm:prSet presAssocID="{9C0D2BEC-E089-4278-9066-C691B886B69C}" presName="parTrans" presStyleCnt="0"/>
      <dgm:spPr/>
    </dgm:pt>
    <dgm:pt modelId="{A42024E4-A96E-4499-A259-8C2ECAA8A812}" type="pres">
      <dgm:prSet presAssocID="{FF3CE42F-4AA5-47D9-9208-53EBFC805174}" presName="node" presStyleLbl="alignAccFollowNode1" presStyleIdx="4" presStyleCnt="6">
        <dgm:presLayoutVars>
          <dgm:bulletEnabled val="1"/>
        </dgm:presLayoutVars>
      </dgm:prSet>
      <dgm:spPr/>
    </dgm:pt>
    <dgm:pt modelId="{2D21A454-2FE1-4F35-B42C-A9C09837B504}" type="pres">
      <dgm:prSet presAssocID="{93AE8C9B-7B8E-4119-A38A-B611A89780D0}" presName="sibTrans" presStyleCnt="0"/>
      <dgm:spPr/>
    </dgm:pt>
    <dgm:pt modelId="{54BBAEA2-4959-4B8A-8842-6980142761F3}" type="pres">
      <dgm:prSet presAssocID="{A98C4287-5AAE-49A0-9C3B-5E27A0E573D1}" presName="node" presStyleLbl="alignAccFollowNode1" presStyleIdx="5" presStyleCnt="6">
        <dgm:presLayoutVars>
          <dgm:bulletEnabled val="1"/>
        </dgm:presLayoutVars>
      </dgm:prSet>
      <dgm:spPr/>
    </dgm:pt>
  </dgm:ptLst>
  <dgm:cxnLst>
    <dgm:cxn modelId="{21E28F00-3056-45FB-A89E-98FD52A0A59B}" type="presOf" srcId="{20DDF286-6673-48C1-A360-06C3344D6AD7}" destId="{173DF9EF-5C36-4F81-B84F-80C057139069}" srcOrd="0" destOrd="0" presId="urn:microsoft.com/office/officeart/2005/8/layout/lProcess3"/>
    <dgm:cxn modelId="{8498110B-EDD4-4C39-B8C8-4A07B9B02166}" type="presOf" srcId="{4274384D-363C-40C1-9D4B-AC60A7330080}" destId="{AC13579D-608F-4E6A-B099-5E0F1238B983}" srcOrd="0" destOrd="0" presId="urn:microsoft.com/office/officeart/2005/8/layout/lProcess3"/>
    <dgm:cxn modelId="{7901551D-CA63-48C8-87A8-197B2E7EFB7B}" srcId="{4274384D-363C-40C1-9D4B-AC60A7330080}" destId="{D985D81B-1954-4224-892A-561A88E4FE56}" srcOrd="0" destOrd="0" parTransId="{E521AE85-AA22-41F4-91A4-916B95AAD10F}" sibTransId="{6B6F595E-9BCB-43EC-B945-615EC00C6507}"/>
    <dgm:cxn modelId="{16C9D72D-62E0-4BE4-B351-73C89EF497A1}" srcId="{0C14DA91-7ED7-403C-8388-AB3709E9AFB1}" destId="{08674309-1D0F-4B95-ACBD-2FCBFCFD5F2D}" srcOrd="1" destOrd="0" parTransId="{72D69E7A-15ED-4E0F-B257-0449F997FFA3}" sibTransId="{5220C178-DAAC-44D6-9489-92ACD0E30599}"/>
    <dgm:cxn modelId="{B085E136-FA71-47F8-948F-B186B23C4707}" srcId="{16946813-19E8-4C36-BE11-C7457473ADD2}" destId="{0C14DA91-7ED7-403C-8388-AB3709E9AFB1}" srcOrd="0" destOrd="0" parTransId="{7614C074-E243-4C83-81B9-9254D0E17771}" sibTransId="{FB4A35A4-2D5B-4503-9ADB-F8AE7F5BD9C5}"/>
    <dgm:cxn modelId="{396FA23F-6825-4720-BF2D-EB245AD145B3}" srcId="{16946813-19E8-4C36-BE11-C7457473ADD2}" destId="{72199431-FA54-40A6-955D-92CE0EF4A2B7}" srcOrd="2" destOrd="0" parTransId="{8342E02B-52FD-4651-BE80-A92A0C0819B6}" sibTransId="{6E497F89-1816-47F0-91B5-69E50580A39C}"/>
    <dgm:cxn modelId="{412E1A64-E4DD-46AE-B612-9D89F712F119}" type="presOf" srcId="{16946813-19E8-4C36-BE11-C7457473ADD2}" destId="{2417E231-5C3A-4C8F-A9BD-15420187A5C1}" srcOrd="0" destOrd="0" presId="urn:microsoft.com/office/officeart/2005/8/layout/lProcess3"/>
    <dgm:cxn modelId="{218D7B4B-D810-4896-8761-7BE7C1FA0A60}" type="presOf" srcId="{08674309-1D0F-4B95-ACBD-2FCBFCFD5F2D}" destId="{83254E6F-1C88-4456-B89E-8DAF370CFBDB}" srcOrd="0" destOrd="0" presId="urn:microsoft.com/office/officeart/2005/8/layout/lProcess3"/>
    <dgm:cxn modelId="{CDA95154-9E6A-4CD8-BE5B-C8828C3197CC}" srcId="{4274384D-363C-40C1-9D4B-AC60A7330080}" destId="{20DDF286-6673-48C1-A360-06C3344D6AD7}" srcOrd="1" destOrd="0" parTransId="{83D6E9A9-0315-4122-ACF6-44B427031816}" sibTransId="{317F1990-7B21-481B-9B04-0F3D3EFE2CD1}"/>
    <dgm:cxn modelId="{9D9D6357-547D-4C14-8F37-30DAAFEA6D05}" type="presOf" srcId="{0C14DA91-7ED7-403C-8388-AB3709E9AFB1}" destId="{E02432D0-342A-4BD5-A074-F7BE589C761E}" srcOrd="0" destOrd="0" presId="urn:microsoft.com/office/officeart/2005/8/layout/lProcess3"/>
    <dgm:cxn modelId="{0CA76A7F-6C8D-455F-8499-8EB934B007F9}" srcId="{16946813-19E8-4C36-BE11-C7457473ADD2}" destId="{4274384D-363C-40C1-9D4B-AC60A7330080}" srcOrd="1" destOrd="0" parTransId="{82B915FE-EAC7-4431-BA31-54CCF5CCF325}" sibTransId="{D4FDD553-2316-4587-9498-6C44D5B90627}"/>
    <dgm:cxn modelId="{0AE4B782-1FC3-4B71-B65D-940DE34828FF}" type="presOf" srcId="{D985D81B-1954-4224-892A-561A88E4FE56}" destId="{5673EE08-1EE9-494B-B82C-F755185B6769}" srcOrd="0" destOrd="0" presId="urn:microsoft.com/office/officeart/2005/8/layout/lProcess3"/>
    <dgm:cxn modelId="{49238B89-9AB2-4E70-A7EE-23347DB7D33B}" srcId="{0C14DA91-7ED7-403C-8388-AB3709E9AFB1}" destId="{CA60C036-FBF8-4A70-9E47-4C3644D9D6B7}" srcOrd="0" destOrd="0" parTransId="{3925E325-31D4-49CA-ACC6-DF98353D791F}" sibTransId="{33D9C67A-2D79-4ABB-8719-246A9A2046AD}"/>
    <dgm:cxn modelId="{E910949C-080F-4E92-AE1E-3C8BC762C3A8}" srcId="{72199431-FA54-40A6-955D-92CE0EF4A2B7}" destId="{A98C4287-5AAE-49A0-9C3B-5E27A0E573D1}" srcOrd="1" destOrd="0" parTransId="{EE7B069B-FFA2-474E-B9D9-0AE615B2A0E4}" sibTransId="{C55FB5F4-EF12-4972-92F5-B775B1AD0C1C}"/>
    <dgm:cxn modelId="{472F18AD-7C46-429E-A6EE-94CDF8908B15}" type="presOf" srcId="{FF3CE42F-4AA5-47D9-9208-53EBFC805174}" destId="{A42024E4-A96E-4499-A259-8C2ECAA8A812}" srcOrd="0" destOrd="0" presId="urn:microsoft.com/office/officeart/2005/8/layout/lProcess3"/>
    <dgm:cxn modelId="{258578B6-77F4-40AB-89AF-327C9C7753C7}" type="presOf" srcId="{72199431-FA54-40A6-955D-92CE0EF4A2B7}" destId="{3806CAD9-EB78-48E9-8DCE-E5B8D76FCA03}" srcOrd="0" destOrd="0" presId="urn:microsoft.com/office/officeart/2005/8/layout/lProcess3"/>
    <dgm:cxn modelId="{0AD3A1BC-8FCB-4384-B744-02A6DA8CAD48}" type="presOf" srcId="{CA60C036-FBF8-4A70-9E47-4C3644D9D6B7}" destId="{B5727FDB-EC3C-4E03-8E11-07C3DB883308}" srcOrd="0" destOrd="0" presId="urn:microsoft.com/office/officeart/2005/8/layout/lProcess3"/>
    <dgm:cxn modelId="{77325ADD-B871-42D1-9F91-03AB62BEE4B0}" type="presOf" srcId="{A98C4287-5AAE-49A0-9C3B-5E27A0E573D1}" destId="{54BBAEA2-4959-4B8A-8842-6980142761F3}" srcOrd="0" destOrd="0" presId="urn:microsoft.com/office/officeart/2005/8/layout/lProcess3"/>
    <dgm:cxn modelId="{741E3AE3-E95E-464C-87DB-7DD378E147DB}" srcId="{72199431-FA54-40A6-955D-92CE0EF4A2B7}" destId="{FF3CE42F-4AA5-47D9-9208-53EBFC805174}" srcOrd="0" destOrd="0" parTransId="{9C0D2BEC-E089-4278-9066-C691B886B69C}" sibTransId="{93AE8C9B-7B8E-4119-A38A-B611A89780D0}"/>
    <dgm:cxn modelId="{6522FDF9-03EA-45A0-B7FF-7A6E510470A2}" type="presParOf" srcId="{2417E231-5C3A-4C8F-A9BD-15420187A5C1}" destId="{F66DF602-6D3C-4B50-8A8A-46E6B6CEF263}" srcOrd="0" destOrd="0" presId="urn:microsoft.com/office/officeart/2005/8/layout/lProcess3"/>
    <dgm:cxn modelId="{AE346A19-56C9-4AF7-831F-CD9B09AD21A5}" type="presParOf" srcId="{F66DF602-6D3C-4B50-8A8A-46E6B6CEF263}" destId="{E02432D0-342A-4BD5-A074-F7BE589C761E}" srcOrd="0" destOrd="0" presId="urn:microsoft.com/office/officeart/2005/8/layout/lProcess3"/>
    <dgm:cxn modelId="{2F5D8494-61EC-413D-9928-BB5EBAA70B51}" type="presParOf" srcId="{F66DF602-6D3C-4B50-8A8A-46E6B6CEF263}" destId="{CAE07238-CBD3-437F-80B2-084E1DBE538A}" srcOrd="1" destOrd="0" presId="urn:microsoft.com/office/officeart/2005/8/layout/lProcess3"/>
    <dgm:cxn modelId="{7440F3EA-7C66-4D29-B10D-F5450263BEED}" type="presParOf" srcId="{F66DF602-6D3C-4B50-8A8A-46E6B6CEF263}" destId="{B5727FDB-EC3C-4E03-8E11-07C3DB883308}" srcOrd="2" destOrd="0" presId="urn:microsoft.com/office/officeart/2005/8/layout/lProcess3"/>
    <dgm:cxn modelId="{7DC50D43-94C5-4FF4-BA81-95DE25CC37F4}" type="presParOf" srcId="{F66DF602-6D3C-4B50-8A8A-46E6B6CEF263}" destId="{0E497C23-3D16-4F74-97DD-206F6FD4A7BE}" srcOrd="3" destOrd="0" presId="urn:microsoft.com/office/officeart/2005/8/layout/lProcess3"/>
    <dgm:cxn modelId="{2FE35564-A96A-431E-B5C2-185583BBE884}" type="presParOf" srcId="{F66DF602-6D3C-4B50-8A8A-46E6B6CEF263}" destId="{83254E6F-1C88-4456-B89E-8DAF370CFBDB}" srcOrd="4" destOrd="0" presId="urn:microsoft.com/office/officeart/2005/8/layout/lProcess3"/>
    <dgm:cxn modelId="{DCABB0C4-CAF5-408C-83B4-F5427BA59A0B}" type="presParOf" srcId="{2417E231-5C3A-4C8F-A9BD-15420187A5C1}" destId="{1EB4990B-7C86-428C-8EEA-5EEBA44E0B29}" srcOrd="1" destOrd="0" presId="urn:microsoft.com/office/officeart/2005/8/layout/lProcess3"/>
    <dgm:cxn modelId="{1BDA9A1F-C23D-4C54-B9EA-C9E49ABFDCCA}" type="presParOf" srcId="{2417E231-5C3A-4C8F-A9BD-15420187A5C1}" destId="{7995D9DE-BF5F-44A8-930A-4C92FA39824C}" srcOrd="2" destOrd="0" presId="urn:microsoft.com/office/officeart/2005/8/layout/lProcess3"/>
    <dgm:cxn modelId="{18C7B811-6244-404A-B2AD-0C713D5E0FED}" type="presParOf" srcId="{7995D9DE-BF5F-44A8-930A-4C92FA39824C}" destId="{AC13579D-608F-4E6A-B099-5E0F1238B983}" srcOrd="0" destOrd="0" presId="urn:microsoft.com/office/officeart/2005/8/layout/lProcess3"/>
    <dgm:cxn modelId="{7448C9C6-256E-45E9-BADB-FF7A013BD523}" type="presParOf" srcId="{7995D9DE-BF5F-44A8-930A-4C92FA39824C}" destId="{E5C88C36-DB66-4F07-AC5F-0C86B8EF68BB}" srcOrd="1" destOrd="0" presId="urn:microsoft.com/office/officeart/2005/8/layout/lProcess3"/>
    <dgm:cxn modelId="{9012CD98-16D0-4C02-8919-E86019BB92D1}" type="presParOf" srcId="{7995D9DE-BF5F-44A8-930A-4C92FA39824C}" destId="{5673EE08-1EE9-494B-B82C-F755185B6769}" srcOrd="2" destOrd="0" presId="urn:microsoft.com/office/officeart/2005/8/layout/lProcess3"/>
    <dgm:cxn modelId="{F4D58CE6-8035-4384-B065-AA32396C899F}" type="presParOf" srcId="{7995D9DE-BF5F-44A8-930A-4C92FA39824C}" destId="{6C0E584A-F239-43E4-84DC-BFF073A1985E}" srcOrd="3" destOrd="0" presId="urn:microsoft.com/office/officeart/2005/8/layout/lProcess3"/>
    <dgm:cxn modelId="{3D406133-2891-48A2-A7B0-3AD46BF8F617}" type="presParOf" srcId="{7995D9DE-BF5F-44A8-930A-4C92FA39824C}" destId="{173DF9EF-5C36-4F81-B84F-80C057139069}" srcOrd="4" destOrd="0" presId="urn:microsoft.com/office/officeart/2005/8/layout/lProcess3"/>
    <dgm:cxn modelId="{9069F2BC-B9E4-41EA-8988-C9902F949DC4}" type="presParOf" srcId="{2417E231-5C3A-4C8F-A9BD-15420187A5C1}" destId="{CD17C89F-59E6-4EBF-827B-DD0C11CEE5A5}" srcOrd="3" destOrd="0" presId="urn:microsoft.com/office/officeart/2005/8/layout/lProcess3"/>
    <dgm:cxn modelId="{EFF70084-6E99-4F10-AED3-20684927D3BD}" type="presParOf" srcId="{2417E231-5C3A-4C8F-A9BD-15420187A5C1}" destId="{D154C565-B045-4E1D-9935-6020B2B7FA10}" srcOrd="4" destOrd="0" presId="urn:microsoft.com/office/officeart/2005/8/layout/lProcess3"/>
    <dgm:cxn modelId="{9A96E582-2A14-4B53-8FC5-7ACFD4722E2B}" type="presParOf" srcId="{D154C565-B045-4E1D-9935-6020B2B7FA10}" destId="{3806CAD9-EB78-48E9-8DCE-E5B8D76FCA03}" srcOrd="0" destOrd="0" presId="urn:microsoft.com/office/officeart/2005/8/layout/lProcess3"/>
    <dgm:cxn modelId="{56A3E086-F32F-4F2E-B701-3EF4717F43AA}" type="presParOf" srcId="{D154C565-B045-4E1D-9935-6020B2B7FA10}" destId="{787317BA-1BA2-4701-8B66-166EF917891C}" srcOrd="1" destOrd="0" presId="urn:microsoft.com/office/officeart/2005/8/layout/lProcess3"/>
    <dgm:cxn modelId="{7EC5FECD-E7AB-486D-B745-B2182EA42063}" type="presParOf" srcId="{D154C565-B045-4E1D-9935-6020B2B7FA10}" destId="{A42024E4-A96E-4499-A259-8C2ECAA8A812}" srcOrd="2" destOrd="0" presId="urn:microsoft.com/office/officeart/2005/8/layout/lProcess3"/>
    <dgm:cxn modelId="{BF21ED00-0A09-400B-AC19-A59181B09CCA}" type="presParOf" srcId="{D154C565-B045-4E1D-9935-6020B2B7FA10}" destId="{2D21A454-2FE1-4F35-B42C-A9C09837B504}" srcOrd="3" destOrd="0" presId="urn:microsoft.com/office/officeart/2005/8/layout/lProcess3"/>
    <dgm:cxn modelId="{8E266B32-7F8A-4816-AC55-1C7B4973A60C}" type="presParOf" srcId="{D154C565-B045-4E1D-9935-6020B2B7FA10}" destId="{54BBAEA2-4959-4B8A-8842-6980142761F3}" srcOrd="4"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2432D0-342A-4BD5-A074-F7BE589C761E}">
      <dsp:nvSpPr>
        <dsp:cNvPr id="0" name=""/>
        <dsp:cNvSpPr/>
      </dsp:nvSpPr>
      <dsp:spPr>
        <a:xfrm>
          <a:off x="2178" y="501565"/>
          <a:ext cx="3365499" cy="1346199"/>
        </a:xfrm>
        <a:prstGeom prst="chevron">
          <a:avLst/>
        </a:prstGeom>
        <a:solidFill>
          <a:srgbClr val="7030A0"/>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27940" rIns="0" bIns="27940" numCol="1" spcCol="1270" anchor="ctr" anchorCtr="0">
          <a:noAutofit/>
        </a:bodyPr>
        <a:lstStyle/>
        <a:p>
          <a:pPr marL="0" lvl="0" indent="0" algn="ctr" defTabSz="1955800">
            <a:lnSpc>
              <a:spcPct val="90000"/>
            </a:lnSpc>
            <a:spcBef>
              <a:spcPct val="0"/>
            </a:spcBef>
            <a:spcAft>
              <a:spcPct val="35000"/>
            </a:spcAft>
            <a:buNone/>
          </a:pPr>
          <a:r>
            <a:rPr lang="en-US" sz="4400" kern="1200" dirty="0"/>
            <a:t>Enabler Card</a:t>
          </a:r>
        </a:p>
      </dsp:txBody>
      <dsp:txXfrm>
        <a:off x="675278" y="501565"/>
        <a:ext cx="2019300" cy="1346199"/>
      </dsp:txXfrm>
    </dsp:sp>
    <dsp:sp modelId="{B5727FDB-EC3C-4E03-8E11-07C3DB883308}">
      <dsp:nvSpPr>
        <dsp:cNvPr id="0" name=""/>
        <dsp:cNvSpPr/>
      </dsp:nvSpPr>
      <dsp:spPr>
        <a:xfrm>
          <a:off x="2930163" y="615992"/>
          <a:ext cx="2793365" cy="1117346"/>
        </a:xfrm>
        <a:prstGeom prst="chevron">
          <a:avLst/>
        </a:prstGeom>
        <a:solidFill>
          <a:srgbClr val="DEC8EE">
            <a:alpha val="89804"/>
          </a:srgbClr>
        </a:solidFill>
        <a:ln w="12700" cap="flat" cmpd="sng" algn="ctr">
          <a:solidFill>
            <a:schemeClr val="tx1">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6350" rIns="0" bIns="6350" numCol="1" spcCol="1270" anchor="ctr" anchorCtr="0">
          <a:noAutofit/>
        </a:bodyPr>
        <a:lstStyle/>
        <a:p>
          <a:pPr marL="0" lvl="0" indent="0" algn="ctr" defTabSz="444500">
            <a:lnSpc>
              <a:spcPct val="90000"/>
            </a:lnSpc>
            <a:spcBef>
              <a:spcPct val="0"/>
            </a:spcBef>
            <a:spcAft>
              <a:spcPct val="35000"/>
            </a:spcAft>
            <a:buNone/>
          </a:pPr>
          <a:r>
            <a:rPr lang="en-US" sz="1000" kern="1200" dirty="0"/>
            <a:t>Roll to hit. If the card does not say to roll to hit, the attack hits automatically.</a:t>
          </a:r>
        </a:p>
      </dsp:txBody>
      <dsp:txXfrm>
        <a:off x="3488836" y="615992"/>
        <a:ext cx="1676019" cy="1117346"/>
      </dsp:txXfrm>
    </dsp:sp>
    <dsp:sp modelId="{83254E6F-1C88-4456-B89E-8DAF370CFBDB}">
      <dsp:nvSpPr>
        <dsp:cNvPr id="0" name=""/>
        <dsp:cNvSpPr/>
      </dsp:nvSpPr>
      <dsp:spPr>
        <a:xfrm>
          <a:off x="5332456" y="615992"/>
          <a:ext cx="2793365" cy="1117346"/>
        </a:xfrm>
        <a:prstGeom prst="chevron">
          <a:avLst/>
        </a:prstGeom>
        <a:solidFill>
          <a:srgbClr val="E1CEF0"/>
        </a:solidFill>
        <a:ln w="12700" cap="flat" cmpd="sng" algn="ctr">
          <a:solidFill>
            <a:schemeClr val="tx1">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6350" rIns="0" bIns="6350" numCol="1" spcCol="1270" anchor="ctr" anchorCtr="0">
          <a:noAutofit/>
        </a:bodyPr>
        <a:lstStyle/>
        <a:p>
          <a:pPr marL="0" lvl="0" indent="0" algn="ctr" defTabSz="444500">
            <a:lnSpc>
              <a:spcPct val="90000"/>
            </a:lnSpc>
            <a:spcBef>
              <a:spcPct val="0"/>
            </a:spcBef>
            <a:spcAft>
              <a:spcPct val="35000"/>
            </a:spcAft>
            <a:buNone/>
          </a:pPr>
          <a:r>
            <a:rPr lang="en-US" sz="1000" kern="1200" dirty="0"/>
            <a:t>Roll 1d4 for base damage. Allocate the damage among squadrons and tokens on the base. If there are not eligible targets, place three markers on the base. These are worth VP at the end of the game.</a:t>
          </a:r>
        </a:p>
      </dsp:txBody>
      <dsp:txXfrm>
        <a:off x="5891129" y="615992"/>
        <a:ext cx="1676019" cy="1117346"/>
      </dsp:txXfrm>
    </dsp:sp>
    <dsp:sp modelId="{AC13579D-608F-4E6A-B099-5E0F1238B983}">
      <dsp:nvSpPr>
        <dsp:cNvPr id="0" name=""/>
        <dsp:cNvSpPr/>
      </dsp:nvSpPr>
      <dsp:spPr>
        <a:xfrm>
          <a:off x="2178" y="2036233"/>
          <a:ext cx="3365499" cy="1346199"/>
        </a:xfrm>
        <a:prstGeom prst="chevron">
          <a:avLst/>
        </a:prstGeom>
        <a:solidFill>
          <a:srgbClr val="FF0000"/>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27940" rIns="0" bIns="27940" numCol="1" spcCol="1270" anchor="ctr" anchorCtr="0">
          <a:noAutofit/>
        </a:bodyPr>
        <a:lstStyle/>
        <a:p>
          <a:pPr marL="0" lvl="0" indent="0" algn="ctr" defTabSz="1955800">
            <a:lnSpc>
              <a:spcPct val="90000"/>
            </a:lnSpc>
            <a:spcBef>
              <a:spcPct val="0"/>
            </a:spcBef>
            <a:spcAft>
              <a:spcPct val="35000"/>
            </a:spcAft>
            <a:buNone/>
          </a:pPr>
          <a:r>
            <a:rPr lang="en-US" sz="4400" kern="1200" dirty="0"/>
            <a:t>Bomber or Ship</a:t>
          </a:r>
        </a:p>
      </dsp:txBody>
      <dsp:txXfrm>
        <a:off x="675278" y="2036233"/>
        <a:ext cx="2019300" cy="1346199"/>
      </dsp:txXfrm>
    </dsp:sp>
    <dsp:sp modelId="{5673EE08-1EE9-494B-B82C-F755185B6769}">
      <dsp:nvSpPr>
        <dsp:cNvPr id="0" name=""/>
        <dsp:cNvSpPr/>
      </dsp:nvSpPr>
      <dsp:spPr>
        <a:xfrm>
          <a:off x="2930163" y="2150660"/>
          <a:ext cx="2793365" cy="1117346"/>
        </a:xfrm>
        <a:prstGeom prst="chevron">
          <a:avLst/>
        </a:prstGeom>
        <a:solidFill>
          <a:srgbClr val="FF7979">
            <a:alpha val="89804"/>
          </a:srgbClr>
        </a:solidFill>
        <a:ln w="12700" cap="flat" cmpd="sng" algn="ctr">
          <a:solidFill>
            <a:schemeClr val="tx1">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6350" rIns="0" bIns="6350" numCol="1" spcCol="1270" anchor="ctr" anchorCtr="0">
          <a:noAutofit/>
        </a:bodyPr>
        <a:lstStyle/>
        <a:p>
          <a:pPr marL="0" lvl="0" indent="0" algn="ctr" defTabSz="444500">
            <a:lnSpc>
              <a:spcPct val="90000"/>
            </a:lnSpc>
            <a:spcBef>
              <a:spcPct val="0"/>
            </a:spcBef>
            <a:spcAft>
              <a:spcPct val="35000"/>
            </a:spcAft>
            <a:buNone/>
          </a:pPr>
          <a:r>
            <a:rPr lang="en-US" sz="1000" kern="1200" dirty="0"/>
            <a:t>Roll to hit. If the attackers rolls the tokens’ attack number of higher, and if the missile is not intercepted by a Missile Defense Token, the attack goes through.</a:t>
          </a:r>
        </a:p>
      </dsp:txBody>
      <dsp:txXfrm>
        <a:off x="3488836" y="2150660"/>
        <a:ext cx="1676019" cy="1117346"/>
      </dsp:txXfrm>
    </dsp:sp>
    <dsp:sp modelId="{173DF9EF-5C36-4F81-B84F-80C057139069}">
      <dsp:nvSpPr>
        <dsp:cNvPr id="0" name=""/>
        <dsp:cNvSpPr/>
      </dsp:nvSpPr>
      <dsp:spPr>
        <a:xfrm>
          <a:off x="5332456" y="2150660"/>
          <a:ext cx="2793365" cy="1117346"/>
        </a:xfrm>
        <a:prstGeom prst="chevron">
          <a:avLst/>
        </a:prstGeom>
        <a:solidFill>
          <a:srgbClr val="FF8787"/>
        </a:solidFill>
        <a:ln w="12700" cap="flat" cmpd="sng" algn="ctr">
          <a:solidFill>
            <a:schemeClr val="tx1">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6350" rIns="0" bIns="6350" numCol="1" spcCol="1270" anchor="ctr" anchorCtr="0">
          <a:noAutofit/>
        </a:bodyPr>
        <a:lstStyle/>
        <a:p>
          <a:pPr marL="0" lvl="0" indent="0" algn="ctr" defTabSz="444500">
            <a:lnSpc>
              <a:spcPct val="90000"/>
            </a:lnSpc>
            <a:spcBef>
              <a:spcPct val="0"/>
            </a:spcBef>
            <a:spcAft>
              <a:spcPct val="35000"/>
            </a:spcAft>
            <a:buNone/>
          </a:pPr>
          <a:r>
            <a:rPr lang="en-US" sz="1000" kern="1200" dirty="0"/>
            <a:t>Roll 1d4 for base damage. Allocate the damage among squadrons and tokens on the base. If there are not eligible targets, place three markers on the base. These are worth VP at the end of the game.</a:t>
          </a:r>
        </a:p>
      </dsp:txBody>
      <dsp:txXfrm>
        <a:off x="5891129" y="2150660"/>
        <a:ext cx="1676019" cy="1117346"/>
      </dsp:txXfrm>
    </dsp:sp>
    <dsp:sp modelId="{3806CAD9-EB78-48E9-8DCE-E5B8D76FCA03}">
      <dsp:nvSpPr>
        <dsp:cNvPr id="0" name=""/>
        <dsp:cNvSpPr/>
      </dsp:nvSpPr>
      <dsp:spPr>
        <a:xfrm>
          <a:off x="2178" y="3570901"/>
          <a:ext cx="3365499" cy="1346199"/>
        </a:xfrm>
        <a:prstGeom prst="chevron">
          <a:avLst/>
        </a:prstGeom>
        <a:solidFill>
          <a:schemeClr val="accent1">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27940" rIns="0" bIns="27940" numCol="1" spcCol="1270" anchor="ctr" anchorCtr="0">
          <a:noAutofit/>
        </a:bodyPr>
        <a:lstStyle/>
        <a:p>
          <a:pPr marL="0" lvl="0" indent="0" algn="ctr" defTabSz="1955800">
            <a:lnSpc>
              <a:spcPct val="90000"/>
            </a:lnSpc>
            <a:spcBef>
              <a:spcPct val="0"/>
            </a:spcBef>
            <a:spcAft>
              <a:spcPct val="35000"/>
            </a:spcAft>
            <a:buNone/>
          </a:pPr>
          <a:r>
            <a:rPr lang="en-US" sz="4400" kern="1200" dirty="0"/>
            <a:t>All other Tokens</a:t>
          </a:r>
        </a:p>
      </dsp:txBody>
      <dsp:txXfrm>
        <a:off x="675278" y="3570901"/>
        <a:ext cx="2019300" cy="1346199"/>
      </dsp:txXfrm>
    </dsp:sp>
    <dsp:sp modelId="{A42024E4-A96E-4499-A259-8C2ECAA8A812}">
      <dsp:nvSpPr>
        <dsp:cNvPr id="0" name=""/>
        <dsp:cNvSpPr/>
      </dsp:nvSpPr>
      <dsp:spPr>
        <a:xfrm>
          <a:off x="2930163" y="3685328"/>
          <a:ext cx="2793365" cy="1117346"/>
        </a:xfrm>
        <a:prstGeom prst="chevron">
          <a:avLst/>
        </a:prstGeom>
        <a:solidFill>
          <a:schemeClr val="accent1">
            <a:alpha val="90000"/>
            <a:tint val="40000"/>
            <a:hueOff val="0"/>
            <a:satOff val="0"/>
            <a:lumOff val="0"/>
            <a:alphaOff val="0"/>
          </a:schemeClr>
        </a:solidFill>
        <a:ln w="12700" cap="flat" cmpd="sng" algn="ctr">
          <a:solidFill>
            <a:schemeClr val="tx1">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6350" rIns="0" bIns="6350" numCol="1" spcCol="1270" anchor="ctr" anchorCtr="0">
          <a:noAutofit/>
        </a:bodyPr>
        <a:lstStyle/>
        <a:p>
          <a:pPr marL="0" lvl="0" indent="0" algn="ctr" defTabSz="444500">
            <a:lnSpc>
              <a:spcPct val="90000"/>
            </a:lnSpc>
            <a:spcBef>
              <a:spcPct val="0"/>
            </a:spcBef>
            <a:spcAft>
              <a:spcPct val="35000"/>
            </a:spcAft>
            <a:buNone/>
          </a:pPr>
          <a:r>
            <a:rPr lang="en-US" sz="1000" kern="1200" dirty="0"/>
            <a:t>Roll to hit. If the attackers rolls the tokens’ attack number of higher, and if the missile is not intercepted by a Missile Defense Token, the attack goes through.</a:t>
          </a:r>
        </a:p>
      </dsp:txBody>
      <dsp:txXfrm>
        <a:off x="3488836" y="3685328"/>
        <a:ext cx="1676019" cy="1117346"/>
      </dsp:txXfrm>
    </dsp:sp>
    <dsp:sp modelId="{54BBAEA2-4959-4B8A-8842-6980142761F3}">
      <dsp:nvSpPr>
        <dsp:cNvPr id="0" name=""/>
        <dsp:cNvSpPr/>
      </dsp:nvSpPr>
      <dsp:spPr>
        <a:xfrm>
          <a:off x="5332456" y="3685328"/>
          <a:ext cx="2793365" cy="1117346"/>
        </a:xfrm>
        <a:prstGeom prst="chevron">
          <a:avLst/>
        </a:prstGeom>
        <a:solidFill>
          <a:schemeClr val="accent1">
            <a:alpha val="90000"/>
            <a:tint val="40000"/>
            <a:hueOff val="0"/>
            <a:satOff val="0"/>
            <a:lumOff val="0"/>
            <a:alphaOff val="0"/>
          </a:schemeClr>
        </a:solidFill>
        <a:ln w="12700" cap="flat" cmpd="sng" algn="ctr">
          <a:solidFill>
            <a:schemeClr val="tx1">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6350" rIns="0" bIns="6350" numCol="1" spcCol="1270" anchor="ctr" anchorCtr="0">
          <a:noAutofit/>
        </a:bodyPr>
        <a:lstStyle/>
        <a:p>
          <a:pPr marL="0" lvl="0" indent="0" algn="ctr" defTabSz="444500">
            <a:lnSpc>
              <a:spcPct val="90000"/>
            </a:lnSpc>
            <a:spcBef>
              <a:spcPct val="0"/>
            </a:spcBef>
            <a:spcAft>
              <a:spcPct val="35000"/>
            </a:spcAft>
            <a:buNone/>
          </a:pPr>
          <a:r>
            <a:rPr lang="en-US" sz="1000" kern="1200" dirty="0"/>
            <a:t>The attack does one damage. Allocate the one damage to a squadron or token. If there are not eligible targets, place three markers on the base. These are worth VP at the end of the game.</a:t>
          </a:r>
        </a:p>
      </dsp:txBody>
      <dsp:txXfrm>
        <a:off x="5891129" y="3685328"/>
        <a:ext cx="1676019" cy="1117346"/>
      </dsp:txXfrm>
    </dsp:sp>
  </dsp:spTree>
</dsp:drawing>
</file>

<file path=ppt/diagrams/layout1.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3C25D-A453-7F60-E2DE-0D94220549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4140787-3F26-8CB6-2A4A-4E68080AF6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3B2A862-5BE9-5DF4-B218-147B187C3C7D}"/>
              </a:ext>
            </a:extLst>
          </p:cNvPr>
          <p:cNvSpPr>
            <a:spLocks noGrp="1"/>
          </p:cNvSpPr>
          <p:nvPr>
            <p:ph type="dt" sz="half" idx="10"/>
          </p:nvPr>
        </p:nvSpPr>
        <p:spPr/>
        <p:txBody>
          <a:bodyPr/>
          <a:lstStyle/>
          <a:p>
            <a:fld id="{282AD19C-396B-4C22-80A5-FDEAB73E6C7B}" type="datetimeFigureOut">
              <a:rPr lang="en-US" smtClean="0"/>
              <a:t>11/7/2023</a:t>
            </a:fld>
            <a:endParaRPr lang="en-US"/>
          </a:p>
        </p:txBody>
      </p:sp>
      <p:sp>
        <p:nvSpPr>
          <p:cNvPr id="5" name="Footer Placeholder 4">
            <a:extLst>
              <a:ext uri="{FF2B5EF4-FFF2-40B4-BE49-F238E27FC236}">
                <a16:creationId xmlns:a16="http://schemas.microsoft.com/office/drawing/2014/main" id="{4A83B592-71BF-D535-4AEB-0616E950DA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9CF2E5-131A-82B1-7188-B06B776EF373}"/>
              </a:ext>
            </a:extLst>
          </p:cNvPr>
          <p:cNvSpPr>
            <a:spLocks noGrp="1"/>
          </p:cNvSpPr>
          <p:nvPr>
            <p:ph type="sldNum" sz="quarter" idx="12"/>
          </p:nvPr>
        </p:nvSpPr>
        <p:spPr/>
        <p:txBody>
          <a:bodyPr/>
          <a:lstStyle/>
          <a:p>
            <a:fld id="{22054341-E3F3-4313-9432-C377F86CDF66}" type="slidenum">
              <a:rPr lang="en-US" smtClean="0"/>
              <a:t>‹#›</a:t>
            </a:fld>
            <a:endParaRPr lang="en-US"/>
          </a:p>
        </p:txBody>
      </p:sp>
    </p:spTree>
    <p:extLst>
      <p:ext uri="{BB962C8B-B14F-4D97-AF65-F5344CB8AC3E}">
        <p14:creationId xmlns:p14="http://schemas.microsoft.com/office/powerpoint/2010/main" val="2728121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66439-7DCF-CB0A-5A29-04D1CE87E4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B0C363-4424-D08E-7144-FAFCA328D7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6453CE-33A1-842A-4C51-9B3979DCCEE7}"/>
              </a:ext>
            </a:extLst>
          </p:cNvPr>
          <p:cNvSpPr>
            <a:spLocks noGrp="1"/>
          </p:cNvSpPr>
          <p:nvPr>
            <p:ph type="dt" sz="half" idx="10"/>
          </p:nvPr>
        </p:nvSpPr>
        <p:spPr/>
        <p:txBody>
          <a:bodyPr/>
          <a:lstStyle/>
          <a:p>
            <a:fld id="{282AD19C-396B-4C22-80A5-FDEAB73E6C7B}" type="datetimeFigureOut">
              <a:rPr lang="en-US" smtClean="0"/>
              <a:t>11/7/2023</a:t>
            </a:fld>
            <a:endParaRPr lang="en-US"/>
          </a:p>
        </p:txBody>
      </p:sp>
      <p:sp>
        <p:nvSpPr>
          <p:cNvPr id="5" name="Footer Placeholder 4">
            <a:extLst>
              <a:ext uri="{FF2B5EF4-FFF2-40B4-BE49-F238E27FC236}">
                <a16:creationId xmlns:a16="http://schemas.microsoft.com/office/drawing/2014/main" id="{D16B9734-59F9-AA4D-1A34-F3BB92B6E2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4655B0-2AC3-117A-81F3-2A71DF401809}"/>
              </a:ext>
            </a:extLst>
          </p:cNvPr>
          <p:cNvSpPr>
            <a:spLocks noGrp="1"/>
          </p:cNvSpPr>
          <p:nvPr>
            <p:ph type="sldNum" sz="quarter" idx="12"/>
          </p:nvPr>
        </p:nvSpPr>
        <p:spPr/>
        <p:txBody>
          <a:bodyPr/>
          <a:lstStyle/>
          <a:p>
            <a:fld id="{22054341-E3F3-4313-9432-C377F86CDF66}" type="slidenum">
              <a:rPr lang="en-US" smtClean="0"/>
              <a:t>‹#›</a:t>
            </a:fld>
            <a:endParaRPr lang="en-US"/>
          </a:p>
        </p:txBody>
      </p:sp>
    </p:spTree>
    <p:extLst>
      <p:ext uri="{BB962C8B-B14F-4D97-AF65-F5344CB8AC3E}">
        <p14:creationId xmlns:p14="http://schemas.microsoft.com/office/powerpoint/2010/main" val="2231329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BCAF0-89FE-ED4F-E4E2-99BCB6C63B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94647A5-7666-555E-9112-9FEF6ACFD0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889C89-4977-7A66-359F-2F57A7C55D55}"/>
              </a:ext>
            </a:extLst>
          </p:cNvPr>
          <p:cNvSpPr>
            <a:spLocks noGrp="1"/>
          </p:cNvSpPr>
          <p:nvPr>
            <p:ph type="dt" sz="half" idx="10"/>
          </p:nvPr>
        </p:nvSpPr>
        <p:spPr/>
        <p:txBody>
          <a:bodyPr/>
          <a:lstStyle/>
          <a:p>
            <a:fld id="{282AD19C-396B-4C22-80A5-FDEAB73E6C7B}" type="datetimeFigureOut">
              <a:rPr lang="en-US" smtClean="0"/>
              <a:t>11/7/2023</a:t>
            </a:fld>
            <a:endParaRPr lang="en-US"/>
          </a:p>
        </p:txBody>
      </p:sp>
      <p:sp>
        <p:nvSpPr>
          <p:cNvPr id="5" name="Footer Placeholder 4">
            <a:extLst>
              <a:ext uri="{FF2B5EF4-FFF2-40B4-BE49-F238E27FC236}">
                <a16:creationId xmlns:a16="http://schemas.microsoft.com/office/drawing/2014/main" id="{F607E1D7-D630-B77F-5567-831F0C4F74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7F95D9-9211-91D5-EC00-34CA7EAF2883}"/>
              </a:ext>
            </a:extLst>
          </p:cNvPr>
          <p:cNvSpPr>
            <a:spLocks noGrp="1"/>
          </p:cNvSpPr>
          <p:nvPr>
            <p:ph type="sldNum" sz="quarter" idx="12"/>
          </p:nvPr>
        </p:nvSpPr>
        <p:spPr/>
        <p:txBody>
          <a:bodyPr/>
          <a:lstStyle/>
          <a:p>
            <a:fld id="{22054341-E3F3-4313-9432-C377F86CDF66}" type="slidenum">
              <a:rPr lang="en-US" smtClean="0"/>
              <a:t>‹#›</a:t>
            </a:fld>
            <a:endParaRPr lang="en-US"/>
          </a:p>
        </p:txBody>
      </p:sp>
    </p:spTree>
    <p:extLst>
      <p:ext uri="{BB962C8B-B14F-4D97-AF65-F5344CB8AC3E}">
        <p14:creationId xmlns:p14="http://schemas.microsoft.com/office/powerpoint/2010/main" val="1597657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729E7-57B2-24D6-7DE1-BBED282ED8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254D8A-1DF8-C2DB-C126-36F482F551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CA0745-2A82-C8B8-F45D-B333802C33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6C722DB-BC68-259B-7031-A9F89D0F98DC}"/>
              </a:ext>
            </a:extLst>
          </p:cNvPr>
          <p:cNvSpPr>
            <a:spLocks noGrp="1"/>
          </p:cNvSpPr>
          <p:nvPr>
            <p:ph type="dt" sz="half" idx="10"/>
          </p:nvPr>
        </p:nvSpPr>
        <p:spPr/>
        <p:txBody>
          <a:bodyPr/>
          <a:lstStyle/>
          <a:p>
            <a:fld id="{282AD19C-396B-4C22-80A5-FDEAB73E6C7B}" type="datetimeFigureOut">
              <a:rPr lang="en-US" smtClean="0"/>
              <a:t>11/7/2023</a:t>
            </a:fld>
            <a:endParaRPr lang="en-US"/>
          </a:p>
        </p:txBody>
      </p:sp>
      <p:sp>
        <p:nvSpPr>
          <p:cNvPr id="6" name="Footer Placeholder 5">
            <a:extLst>
              <a:ext uri="{FF2B5EF4-FFF2-40B4-BE49-F238E27FC236}">
                <a16:creationId xmlns:a16="http://schemas.microsoft.com/office/drawing/2014/main" id="{4F4AB1D8-3200-BA54-6B2D-4FF14666AC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A3CD59-7AD7-76E8-B484-2FE6A26C5CDC}"/>
              </a:ext>
            </a:extLst>
          </p:cNvPr>
          <p:cNvSpPr>
            <a:spLocks noGrp="1"/>
          </p:cNvSpPr>
          <p:nvPr>
            <p:ph type="sldNum" sz="quarter" idx="12"/>
          </p:nvPr>
        </p:nvSpPr>
        <p:spPr/>
        <p:txBody>
          <a:bodyPr/>
          <a:lstStyle/>
          <a:p>
            <a:fld id="{22054341-E3F3-4313-9432-C377F86CDF66}" type="slidenum">
              <a:rPr lang="en-US" smtClean="0"/>
              <a:t>‹#›</a:t>
            </a:fld>
            <a:endParaRPr lang="en-US"/>
          </a:p>
        </p:txBody>
      </p:sp>
    </p:spTree>
    <p:extLst>
      <p:ext uri="{BB962C8B-B14F-4D97-AF65-F5344CB8AC3E}">
        <p14:creationId xmlns:p14="http://schemas.microsoft.com/office/powerpoint/2010/main" val="2775096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FFFD9-2F8B-AF77-5906-8168CD16CDF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1A4A936-AEB1-F53B-FDE8-14D41715CD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B44257-244F-D0E6-C018-3ADD96DB9B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595F152-F1CC-CEBE-BA89-70900D6B72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F88B81-8B88-83D1-6346-DCDE42379F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7F11FE-AB9C-DD25-0802-60C23EF8DC07}"/>
              </a:ext>
            </a:extLst>
          </p:cNvPr>
          <p:cNvSpPr>
            <a:spLocks noGrp="1"/>
          </p:cNvSpPr>
          <p:nvPr>
            <p:ph type="dt" sz="half" idx="10"/>
          </p:nvPr>
        </p:nvSpPr>
        <p:spPr/>
        <p:txBody>
          <a:bodyPr/>
          <a:lstStyle/>
          <a:p>
            <a:fld id="{282AD19C-396B-4C22-80A5-FDEAB73E6C7B}" type="datetimeFigureOut">
              <a:rPr lang="en-US" smtClean="0"/>
              <a:t>11/7/2023</a:t>
            </a:fld>
            <a:endParaRPr lang="en-US"/>
          </a:p>
        </p:txBody>
      </p:sp>
      <p:sp>
        <p:nvSpPr>
          <p:cNvPr id="8" name="Footer Placeholder 7">
            <a:extLst>
              <a:ext uri="{FF2B5EF4-FFF2-40B4-BE49-F238E27FC236}">
                <a16:creationId xmlns:a16="http://schemas.microsoft.com/office/drawing/2014/main" id="{6D02E46A-67D1-6875-F76C-72F4706497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13DB589-99F9-E729-50C0-5B9F7357D8E0}"/>
              </a:ext>
            </a:extLst>
          </p:cNvPr>
          <p:cNvSpPr>
            <a:spLocks noGrp="1"/>
          </p:cNvSpPr>
          <p:nvPr>
            <p:ph type="sldNum" sz="quarter" idx="12"/>
          </p:nvPr>
        </p:nvSpPr>
        <p:spPr/>
        <p:txBody>
          <a:bodyPr/>
          <a:lstStyle/>
          <a:p>
            <a:fld id="{22054341-E3F3-4313-9432-C377F86CDF66}" type="slidenum">
              <a:rPr lang="en-US" smtClean="0"/>
              <a:t>‹#›</a:t>
            </a:fld>
            <a:endParaRPr lang="en-US"/>
          </a:p>
        </p:txBody>
      </p:sp>
    </p:spTree>
    <p:extLst>
      <p:ext uri="{BB962C8B-B14F-4D97-AF65-F5344CB8AC3E}">
        <p14:creationId xmlns:p14="http://schemas.microsoft.com/office/powerpoint/2010/main" val="709449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61CE2-2959-C24D-4B4B-D47D89B6453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866484-2D40-8223-1B7D-43E03EE63615}"/>
              </a:ext>
            </a:extLst>
          </p:cNvPr>
          <p:cNvSpPr>
            <a:spLocks noGrp="1"/>
          </p:cNvSpPr>
          <p:nvPr>
            <p:ph type="dt" sz="half" idx="10"/>
          </p:nvPr>
        </p:nvSpPr>
        <p:spPr/>
        <p:txBody>
          <a:bodyPr/>
          <a:lstStyle/>
          <a:p>
            <a:fld id="{282AD19C-396B-4C22-80A5-FDEAB73E6C7B}" type="datetimeFigureOut">
              <a:rPr lang="en-US" smtClean="0"/>
              <a:t>11/7/2023</a:t>
            </a:fld>
            <a:endParaRPr lang="en-US"/>
          </a:p>
        </p:txBody>
      </p:sp>
      <p:sp>
        <p:nvSpPr>
          <p:cNvPr id="4" name="Footer Placeholder 3">
            <a:extLst>
              <a:ext uri="{FF2B5EF4-FFF2-40B4-BE49-F238E27FC236}">
                <a16:creationId xmlns:a16="http://schemas.microsoft.com/office/drawing/2014/main" id="{5FD51C6E-B8C2-7F58-C823-5FE8E745C6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C6288DE-5569-DB2F-F12C-35ED2D4F2864}"/>
              </a:ext>
            </a:extLst>
          </p:cNvPr>
          <p:cNvSpPr>
            <a:spLocks noGrp="1"/>
          </p:cNvSpPr>
          <p:nvPr>
            <p:ph type="sldNum" sz="quarter" idx="12"/>
          </p:nvPr>
        </p:nvSpPr>
        <p:spPr/>
        <p:txBody>
          <a:bodyPr/>
          <a:lstStyle/>
          <a:p>
            <a:fld id="{22054341-E3F3-4313-9432-C377F86CDF66}" type="slidenum">
              <a:rPr lang="en-US" smtClean="0"/>
              <a:t>‹#›</a:t>
            </a:fld>
            <a:endParaRPr lang="en-US"/>
          </a:p>
        </p:txBody>
      </p:sp>
    </p:spTree>
    <p:extLst>
      <p:ext uri="{BB962C8B-B14F-4D97-AF65-F5344CB8AC3E}">
        <p14:creationId xmlns:p14="http://schemas.microsoft.com/office/powerpoint/2010/main" val="1089037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B4BE08-683F-FD95-E162-D71FB35EEF34}"/>
              </a:ext>
            </a:extLst>
          </p:cNvPr>
          <p:cNvSpPr>
            <a:spLocks noGrp="1"/>
          </p:cNvSpPr>
          <p:nvPr>
            <p:ph type="dt" sz="half" idx="10"/>
          </p:nvPr>
        </p:nvSpPr>
        <p:spPr/>
        <p:txBody>
          <a:bodyPr/>
          <a:lstStyle/>
          <a:p>
            <a:fld id="{282AD19C-396B-4C22-80A5-FDEAB73E6C7B}" type="datetimeFigureOut">
              <a:rPr lang="en-US" smtClean="0"/>
              <a:t>11/7/2023</a:t>
            </a:fld>
            <a:endParaRPr lang="en-US"/>
          </a:p>
        </p:txBody>
      </p:sp>
      <p:sp>
        <p:nvSpPr>
          <p:cNvPr id="3" name="Footer Placeholder 2">
            <a:extLst>
              <a:ext uri="{FF2B5EF4-FFF2-40B4-BE49-F238E27FC236}">
                <a16:creationId xmlns:a16="http://schemas.microsoft.com/office/drawing/2014/main" id="{4A4350AB-9BA5-3D78-A4DB-A4024B4981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40E2EE3-277E-6780-A346-1C5D94AEEB5D}"/>
              </a:ext>
            </a:extLst>
          </p:cNvPr>
          <p:cNvSpPr>
            <a:spLocks noGrp="1"/>
          </p:cNvSpPr>
          <p:nvPr>
            <p:ph type="sldNum" sz="quarter" idx="12"/>
          </p:nvPr>
        </p:nvSpPr>
        <p:spPr/>
        <p:txBody>
          <a:bodyPr/>
          <a:lstStyle/>
          <a:p>
            <a:fld id="{22054341-E3F3-4313-9432-C377F86CDF66}" type="slidenum">
              <a:rPr lang="en-US" smtClean="0"/>
              <a:t>‹#›</a:t>
            </a:fld>
            <a:endParaRPr lang="en-US"/>
          </a:p>
        </p:txBody>
      </p:sp>
    </p:spTree>
    <p:extLst>
      <p:ext uri="{BB962C8B-B14F-4D97-AF65-F5344CB8AC3E}">
        <p14:creationId xmlns:p14="http://schemas.microsoft.com/office/powerpoint/2010/main" val="1763586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EEC42-EEB1-2EF4-5D28-33EA6F40D3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3B75284-6AF2-99E6-CC0D-42B4C5CDCB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A106B05-85DF-AB16-912F-62203171E0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5EAB5E-091E-DB54-322C-39B14D375BEC}"/>
              </a:ext>
            </a:extLst>
          </p:cNvPr>
          <p:cNvSpPr>
            <a:spLocks noGrp="1"/>
          </p:cNvSpPr>
          <p:nvPr>
            <p:ph type="dt" sz="half" idx="10"/>
          </p:nvPr>
        </p:nvSpPr>
        <p:spPr/>
        <p:txBody>
          <a:bodyPr/>
          <a:lstStyle/>
          <a:p>
            <a:fld id="{282AD19C-396B-4C22-80A5-FDEAB73E6C7B}" type="datetimeFigureOut">
              <a:rPr lang="en-US" smtClean="0"/>
              <a:t>11/7/2023</a:t>
            </a:fld>
            <a:endParaRPr lang="en-US"/>
          </a:p>
        </p:txBody>
      </p:sp>
      <p:sp>
        <p:nvSpPr>
          <p:cNvPr id="6" name="Footer Placeholder 5">
            <a:extLst>
              <a:ext uri="{FF2B5EF4-FFF2-40B4-BE49-F238E27FC236}">
                <a16:creationId xmlns:a16="http://schemas.microsoft.com/office/drawing/2014/main" id="{8CBEE70E-32AA-7322-0305-2A6AE4E601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CBE293-63E7-7C0E-8850-28A8089C07CA}"/>
              </a:ext>
            </a:extLst>
          </p:cNvPr>
          <p:cNvSpPr>
            <a:spLocks noGrp="1"/>
          </p:cNvSpPr>
          <p:nvPr>
            <p:ph type="sldNum" sz="quarter" idx="12"/>
          </p:nvPr>
        </p:nvSpPr>
        <p:spPr/>
        <p:txBody>
          <a:bodyPr/>
          <a:lstStyle/>
          <a:p>
            <a:fld id="{22054341-E3F3-4313-9432-C377F86CDF66}" type="slidenum">
              <a:rPr lang="en-US" smtClean="0"/>
              <a:t>‹#›</a:t>
            </a:fld>
            <a:endParaRPr lang="en-US"/>
          </a:p>
        </p:txBody>
      </p:sp>
    </p:spTree>
    <p:extLst>
      <p:ext uri="{BB962C8B-B14F-4D97-AF65-F5344CB8AC3E}">
        <p14:creationId xmlns:p14="http://schemas.microsoft.com/office/powerpoint/2010/main" val="1110130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C46F5-A84A-B606-CA29-EAA26F89CB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5AE1EFA-9AC9-44E5-11FF-D9C1DA5D9A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05416D2-3932-06BD-3DD0-CCD4C3C134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333E53-45A9-9DC8-94BD-AC6FBB7A6602}"/>
              </a:ext>
            </a:extLst>
          </p:cNvPr>
          <p:cNvSpPr>
            <a:spLocks noGrp="1"/>
          </p:cNvSpPr>
          <p:nvPr>
            <p:ph type="dt" sz="half" idx="10"/>
          </p:nvPr>
        </p:nvSpPr>
        <p:spPr/>
        <p:txBody>
          <a:bodyPr/>
          <a:lstStyle/>
          <a:p>
            <a:fld id="{282AD19C-396B-4C22-80A5-FDEAB73E6C7B}" type="datetimeFigureOut">
              <a:rPr lang="en-US" smtClean="0"/>
              <a:t>11/7/2023</a:t>
            </a:fld>
            <a:endParaRPr lang="en-US"/>
          </a:p>
        </p:txBody>
      </p:sp>
      <p:sp>
        <p:nvSpPr>
          <p:cNvPr id="6" name="Footer Placeholder 5">
            <a:extLst>
              <a:ext uri="{FF2B5EF4-FFF2-40B4-BE49-F238E27FC236}">
                <a16:creationId xmlns:a16="http://schemas.microsoft.com/office/drawing/2014/main" id="{CA853430-6941-4125-1BB9-F82A973F3D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EA7721-6D0F-9690-8772-D7F6C8D481D1}"/>
              </a:ext>
            </a:extLst>
          </p:cNvPr>
          <p:cNvSpPr>
            <a:spLocks noGrp="1"/>
          </p:cNvSpPr>
          <p:nvPr>
            <p:ph type="sldNum" sz="quarter" idx="12"/>
          </p:nvPr>
        </p:nvSpPr>
        <p:spPr/>
        <p:txBody>
          <a:bodyPr/>
          <a:lstStyle/>
          <a:p>
            <a:fld id="{22054341-E3F3-4313-9432-C377F86CDF66}" type="slidenum">
              <a:rPr lang="en-US" smtClean="0"/>
              <a:t>‹#›</a:t>
            </a:fld>
            <a:endParaRPr lang="en-US"/>
          </a:p>
        </p:txBody>
      </p:sp>
    </p:spTree>
    <p:extLst>
      <p:ext uri="{BB962C8B-B14F-4D97-AF65-F5344CB8AC3E}">
        <p14:creationId xmlns:p14="http://schemas.microsoft.com/office/powerpoint/2010/main" val="3250425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7B6F3-6694-F295-3925-E1C54C2891C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FCDC507-2875-8DC2-76D2-09DC4EDED9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5799AE-6ACD-A4D5-6B84-B50CD6BE07BF}"/>
              </a:ext>
            </a:extLst>
          </p:cNvPr>
          <p:cNvSpPr>
            <a:spLocks noGrp="1"/>
          </p:cNvSpPr>
          <p:nvPr>
            <p:ph type="dt" sz="half" idx="10"/>
          </p:nvPr>
        </p:nvSpPr>
        <p:spPr/>
        <p:txBody>
          <a:bodyPr/>
          <a:lstStyle/>
          <a:p>
            <a:fld id="{282AD19C-396B-4C22-80A5-FDEAB73E6C7B}" type="datetimeFigureOut">
              <a:rPr lang="en-US" smtClean="0"/>
              <a:t>11/7/2023</a:t>
            </a:fld>
            <a:endParaRPr lang="en-US"/>
          </a:p>
        </p:txBody>
      </p:sp>
      <p:sp>
        <p:nvSpPr>
          <p:cNvPr id="5" name="Footer Placeholder 4">
            <a:extLst>
              <a:ext uri="{FF2B5EF4-FFF2-40B4-BE49-F238E27FC236}">
                <a16:creationId xmlns:a16="http://schemas.microsoft.com/office/drawing/2014/main" id="{EA3591F4-F269-28EC-5628-134D58D68B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03967F-4238-B62A-D387-64C88A565FEB}"/>
              </a:ext>
            </a:extLst>
          </p:cNvPr>
          <p:cNvSpPr>
            <a:spLocks noGrp="1"/>
          </p:cNvSpPr>
          <p:nvPr>
            <p:ph type="sldNum" sz="quarter" idx="12"/>
          </p:nvPr>
        </p:nvSpPr>
        <p:spPr/>
        <p:txBody>
          <a:bodyPr/>
          <a:lstStyle/>
          <a:p>
            <a:fld id="{22054341-E3F3-4313-9432-C377F86CDF66}" type="slidenum">
              <a:rPr lang="en-US" smtClean="0"/>
              <a:t>‹#›</a:t>
            </a:fld>
            <a:endParaRPr lang="en-US"/>
          </a:p>
        </p:txBody>
      </p:sp>
    </p:spTree>
    <p:extLst>
      <p:ext uri="{BB962C8B-B14F-4D97-AF65-F5344CB8AC3E}">
        <p14:creationId xmlns:p14="http://schemas.microsoft.com/office/powerpoint/2010/main" val="3457427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38E98A-F231-EBED-99C3-F258176B94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8DC90CD-A8FD-4E7A-2969-E7E56B9C0E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7C2DF5-85B6-0C75-47DB-F09F52517F5D}"/>
              </a:ext>
            </a:extLst>
          </p:cNvPr>
          <p:cNvSpPr>
            <a:spLocks noGrp="1"/>
          </p:cNvSpPr>
          <p:nvPr>
            <p:ph type="dt" sz="half" idx="10"/>
          </p:nvPr>
        </p:nvSpPr>
        <p:spPr/>
        <p:txBody>
          <a:bodyPr/>
          <a:lstStyle/>
          <a:p>
            <a:fld id="{282AD19C-396B-4C22-80A5-FDEAB73E6C7B}" type="datetimeFigureOut">
              <a:rPr lang="en-US" smtClean="0"/>
              <a:t>11/7/2023</a:t>
            </a:fld>
            <a:endParaRPr lang="en-US"/>
          </a:p>
        </p:txBody>
      </p:sp>
      <p:sp>
        <p:nvSpPr>
          <p:cNvPr id="5" name="Footer Placeholder 4">
            <a:extLst>
              <a:ext uri="{FF2B5EF4-FFF2-40B4-BE49-F238E27FC236}">
                <a16:creationId xmlns:a16="http://schemas.microsoft.com/office/drawing/2014/main" id="{5257AE20-B8FA-9EB9-A9D7-0334E86B63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E1301A-7810-0271-0993-929540778013}"/>
              </a:ext>
            </a:extLst>
          </p:cNvPr>
          <p:cNvSpPr>
            <a:spLocks noGrp="1"/>
          </p:cNvSpPr>
          <p:nvPr>
            <p:ph type="sldNum" sz="quarter" idx="12"/>
          </p:nvPr>
        </p:nvSpPr>
        <p:spPr/>
        <p:txBody>
          <a:bodyPr/>
          <a:lstStyle/>
          <a:p>
            <a:fld id="{22054341-E3F3-4313-9432-C377F86CDF66}" type="slidenum">
              <a:rPr lang="en-US" smtClean="0"/>
              <a:t>‹#›</a:t>
            </a:fld>
            <a:endParaRPr lang="en-US"/>
          </a:p>
        </p:txBody>
      </p:sp>
    </p:spTree>
    <p:extLst>
      <p:ext uri="{BB962C8B-B14F-4D97-AF65-F5344CB8AC3E}">
        <p14:creationId xmlns:p14="http://schemas.microsoft.com/office/powerpoint/2010/main" val="2236731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4F0979-A600-270C-5138-FA35574ED9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9993059-3CD5-667F-54E0-9C4FC838DE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1A7053-8156-F924-0465-63E2D2F55A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2AD19C-396B-4C22-80A5-FDEAB73E6C7B}" type="datetimeFigureOut">
              <a:rPr lang="en-US" smtClean="0"/>
              <a:t>11/7/2023</a:t>
            </a:fld>
            <a:endParaRPr lang="en-US"/>
          </a:p>
        </p:txBody>
      </p:sp>
      <p:sp>
        <p:nvSpPr>
          <p:cNvPr id="5" name="Footer Placeholder 4">
            <a:extLst>
              <a:ext uri="{FF2B5EF4-FFF2-40B4-BE49-F238E27FC236}">
                <a16:creationId xmlns:a16="http://schemas.microsoft.com/office/drawing/2014/main" id="{D4632EBC-12D3-CBAF-7B0C-6288DC7A1E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00F0022-87CD-F295-EFC1-87FF60DB6E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4341-E3F3-4313-9432-C377F86CDF66}" type="slidenum">
              <a:rPr lang="en-US" smtClean="0"/>
              <a:t>‹#›</a:t>
            </a:fld>
            <a:endParaRPr lang="en-US"/>
          </a:p>
        </p:txBody>
      </p:sp>
    </p:spTree>
    <p:extLst>
      <p:ext uri="{BB962C8B-B14F-4D97-AF65-F5344CB8AC3E}">
        <p14:creationId xmlns:p14="http://schemas.microsoft.com/office/powerpoint/2010/main" val="1228567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46C2E6C1-D8A9-0DAC-2D27-3780D740B3EC}"/>
              </a:ext>
            </a:extLst>
          </p:cNvPr>
          <p:cNvGraphicFramePr/>
          <p:nvPr>
            <p:extLst>
              <p:ext uri="{D42A27DB-BD31-4B8C-83A1-F6EECF244321}">
                <p14:modId xmlns:p14="http://schemas.microsoft.com/office/powerpoint/2010/main" val="577791893"/>
              </p:ext>
            </p:extLst>
          </p:nvPr>
        </p:nvGraphicFramePr>
        <p:xfrm>
          <a:off x="3084415" y="1444282"/>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a:extLst>
              <a:ext uri="{FF2B5EF4-FFF2-40B4-BE49-F238E27FC236}">
                <a16:creationId xmlns:a16="http://schemas.microsoft.com/office/drawing/2014/main" id="{0AA9F95A-DFE7-FF64-4CF5-FA04F925DBDB}"/>
              </a:ext>
            </a:extLst>
          </p:cNvPr>
          <p:cNvSpPr/>
          <p:nvPr/>
        </p:nvSpPr>
        <p:spPr>
          <a:xfrm>
            <a:off x="1052415" y="3493695"/>
            <a:ext cx="1923691" cy="1328468"/>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H-6K, B-52H, Guided Missile Destroyer, Guided Missile Cruiser</a:t>
            </a:r>
          </a:p>
        </p:txBody>
      </p:sp>
      <p:sp>
        <p:nvSpPr>
          <p:cNvPr id="6" name="Rectangle 5">
            <a:extLst>
              <a:ext uri="{FF2B5EF4-FFF2-40B4-BE49-F238E27FC236}">
                <a16:creationId xmlns:a16="http://schemas.microsoft.com/office/drawing/2014/main" id="{094A3978-6D20-5D8B-4B78-6834C8D0EBE5}"/>
              </a:ext>
            </a:extLst>
          </p:cNvPr>
          <p:cNvSpPr/>
          <p:nvPr/>
        </p:nvSpPr>
        <p:spPr>
          <a:xfrm>
            <a:off x="1052414" y="5006193"/>
            <a:ext cx="1923691" cy="1328468"/>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Tactical Air, Drones, Missile Boats</a:t>
            </a:r>
          </a:p>
        </p:txBody>
      </p:sp>
      <p:sp>
        <p:nvSpPr>
          <p:cNvPr id="7" name="Rectangle 6">
            <a:extLst>
              <a:ext uri="{FF2B5EF4-FFF2-40B4-BE49-F238E27FC236}">
                <a16:creationId xmlns:a16="http://schemas.microsoft.com/office/drawing/2014/main" id="{56100BD0-FAF3-7BDC-36CC-844D32C662D6}"/>
              </a:ext>
            </a:extLst>
          </p:cNvPr>
          <p:cNvSpPr/>
          <p:nvPr/>
        </p:nvSpPr>
        <p:spPr>
          <a:xfrm>
            <a:off x="1052413" y="1955319"/>
            <a:ext cx="1923691" cy="1328468"/>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Cards with base attack properties– SOF, PLARF, HIMARS, etc.</a:t>
            </a:r>
          </a:p>
        </p:txBody>
      </p:sp>
      <p:sp>
        <p:nvSpPr>
          <p:cNvPr id="8" name="TextBox 7">
            <a:extLst>
              <a:ext uri="{FF2B5EF4-FFF2-40B4-BE49-F238E27FC236}">
                <a16:creationId xmlns:a16="http://schemas.microsoft.com/office/drawing/2014/main" id="{70340443-3D5B-55E4-9B74-737581D18B51}"/>
              </a:ext>
            </a:extLst>
          </p:cNvPr>
          <p:cNvSpPr txBox="1"/>
          <p:nvPr/>
        </p:nvSpPr>
        <p:spPr>
          <a:xfrm>
            <a:off x="0" y="0"/>
            <a:ext cx="12192000" cy="830997"/>
          </a:xfrm>
          <a:prstGeom prst="rect">
            <a:avLst/>
          </a:prstGeom>
          <a:noFill/>
        </p:spPr>
        <p:txBody>
          <a:bodyPr wrap="square" rtlCol="0">
            <a:spAutoFit/>
          </a:bodyPr>
          <a:lstStyle/>
          <a:p>
            <a:pPr algn="ctr"/>
            <a:r>
              <a:rPr lang="en-US" sz="4800" dirty="0"/>
              <a:t>ATTACKING AN ENEMY AIRBASE:</a:t>
            </a:r>
          </a:p>
        </p:txBody>
      </p:sp>
      <p:sp>
        <p:nvSpPr>
          <p:cNvPr id="9" name="TextBox 8">
            <a:extLst>
              <a:ext uri="{FF2B5EF4-FFF2-40B4-BE49-F238E27FC236}">
                <a16:creationId xmlns:a16="http://schemas.microsoft.com/office/drawing/2014/main" id="{0CAA2600-B3E3-8E1A-781D-62D51CEB585B}"/>
              </a:ext>
            </a:extLst>
          </p:cNvPr>
          <p:cNvSpPr txBox="1"/>
          <p:nvPr/>
        </p:nvSpPr>
        <p:spPr>
          <a:xfrm>
            <a:off x="1052413" y="1444282"/>
            <a:ext cx="1923691" cy="369332"/>
          </a:xfrm>
          <a:prstGeom prst="rect">
            <a:avLst/>
          </a:prstGeom>
          <a:noFill/>
        </p:spPr>
        <p:txBody>
          <a:bodyPr wrap="square" rtlCol="0">
            <a:spAutoFit/>
          </a:bodyPr>
          <a:lstStyle/>
          <a:p>
            <a:r>
              <a:rPr lang="en-US" dirty="0"/>
              <a:t>With:</a:t>
            </a:r>
          </a:p>
        </p:txBody>
      </p:sp>
      <p:cxnSp>
        <p:nvCxnSpPr>
          <p:cNvPr id="11" name="Straight Arrow Connector 10">
            <a:extLst>
              <a:ext uri="{FF2B5EF4-FFF2-40B4-BE49-F238E27FC236}">
                <a16:creationId xmlns:a16="http://schemas.microsoft.com/office/drawing/2014/main" id="{97AFFF2E-72BD-AF2E-E9B9-5B990B4DCF50}"/>
              </a:ext>
            </a:extLst>
          </p:cNvPr>
          <p:cNvCxnSpPr>
            <a:stCxn id="7" idx="3"/>
          </p:cNvCxnSpPr>
          <p:nvPr/>
        </p:nvCxnSpPr>
        <p:spPr>
          <a:xfrm flipV="1">
            <a:off x="2976104" y="2613804"/>
            <a:ext cx="82296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ADDDAF6-3E49-330E-C6DE-299074BEB5E7}"/>
              </a:ext>
            </a:extLst>
          </p:cNvPr>
          <p:cNvCxnSpPr/>
          <p:nvPr/>
        </p:nvCxnSpPr>
        <p:spPr>
          <a:xfrm flipV="1">
            <a:off x="2976104" y="4146430"/>
            <a:ext cx="82296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46F3D19-A384-52D4-132F-29A336A61139}"/>
              </a:ext>
            </a:extLst>
          </p:cNvPr>
          <p:cNvCxnSpPr/>
          <p:nvPr/>
        </p:nvCxnSpPr>
        <p:spPr>
          <a:xfrm flipV="1">
            <a:off x="2976104" y="5681932"/>
            <a:ext cx="82296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75394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2635B0C419AC449AD95BBF06F421373" ma:contentTypeVersion="17" ma:contentTypeDescription="Create a new document." ma:contentTypeScope="" ma:versionID="023c2603642bc0d97b3cec26bfbb80aa">
  <xsd:schema xmlns:xsd="http://www.w3.org/2001/XMLSchema" xmlns:xs="http://www.w3.org/2001/XMLSchema" xmlns:p="http://schemas.microsoft.com/office/2006/metadata/properties" xmlns:ns2="20c1f785-d035-4aeb-8151-8f39e27c9e69" xmlns:ns3="3549dbde-b66b-437c-a286-ad8a2b546cdb" targetNamespace="http://schemas.microsoft.com/office/2006/metadata/properties" ma:root="true" ma:fieldsID="5e9417efc8b1924d4400b4251482a312" ns2:_="" ns3:_="">
    <xsd:import namespace="20c1f785-d035-4aeb-8151-8f39e27c9e69"/>
    <xsd:import namespace="3549dbde-b66b-437c-a286-ad8a2b546cdb"/>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DateTaken" minOccurs="0"/>
                <xsd:element ref="ns3:MediaLengthInSeconds" minOccurs="0"/>
                <xsd:element ref="ns3:lcf76f155ced4ddcb4097134ff3c332f" minOccurs="0"/>
                <xsd:element ref="ns3:MediaServiceOCR" minOccurs="0"/>
                <xsd:element ref="ns3:MediaServiceGenerationTime" minOccurs="0"/>
                <xsd:element ref="ns3:MediaServiceEventHashCode" minOccurs="0"/>
                <xsd:element ref="ns3:MediaServiceLocation" minOccurs="0"/>
                <xsd:element ref="ns3:MediaServiceObjectDetectorVersions" minOccurs="0"/>
                <xsd:element ref="ns3:MediaServiceSearchProperties" minOccurs="0"/>
                <xsd:element ref="ns3:_x0032_0250318"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c1f785-d035-4aeb-8151-8f39e27c9e69"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549dbde-b66b-437c-a286-ad8a2b546cdb"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e7ed257-b896-4b55-84f7-2c4d79b9c33f"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_x0032_0250318" ma:index="24" nillable="true" ma:displayName="20250318" ma:format="Dropdown" ma:internalName="_x0032_0250318">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549dbde-b66b-437c-a286-ad8a2b546cdb">
      <Terms xmlns="http://schemas.microsoft.com/office/infopath/2007/PartnerControls"/>
    </lcf76f155ced4ddcb4097134ff3c332f>
    <_x0032_0250318 xmlns="3549dbde-b66b-437c-a286-ad8a2b546cdb" xsi:nil="true"/>
  </documentManagement>
</p:properties>
</file>

<file path=customXml/itemProps1.xml><?xml version="1.0" encoding="utf-8"?>
<ds:datastoreItem xmlns:ds="http://schemas.openxmlformats.org/officeDocument/2006/customXml" ds:itemID="{38F3D33E-E65F-4FDF-93DC-DE4942463A90}"/>
</file>

<file path=customXml/itemProps2.xml><?xml version="1.0" encoding="utf-8"?>
<ds:datastoreItem xmlns:ds="http://schemas.openxmlformats.org/officeDocument/2006/customXml" ds:itemID="{4FF91264-6F61-43B1-89D3-973DBA916A4C}"/>
</file>

<file path=customXml/itemProps3.xml><?xml version="1.0" encoding="utf-8"?>
<ds:datastoreItem xmlns:ds="http://schemas.openxmlformats.org/officeDocument/2006/customXml" ds:itemID="{63F7F9C3-76BF-4F81-BEB4-B6F3433ED3C6}"/>
</file>

<file path=docProps/app.xml><?xml version="1.0" encoding="utf-8"?>
<Properties xmlns="http://schemas.openxmlformats.org/officeDocument/2006/extended-properties" xmlns:vt="http://schemas.openxmlformats.org/officeDocument/2006/docPropsVTypes">
  <TotalTime>9</TotalTime>
  <Words>260</Words>
  <Application>Microsoft Office PowerPoint</Application>
  <PresentationFormat>Widescreen</PresentationFormat>
  <Paragraphs>14</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BOLGER, PHILIP S CIV USAF AETC LEMAY CENTER/WA</dc:creator>
  <cp:lastModifiedBy>BOLGER, PHILIP S CIV USAF AETC LEMAY CENTER/WA</cp:lastModifiedBy>
  <cp:revision>1</cp:revision>
  <dcterms:created xsi:type="dcterms:W3CDTF">2023-11-07T15:30:50Z</dcterms:created>
  <dcterms:modified xsi:type="dcterms:W3CDTF">2023-11-07T15:40:42Z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0x01010052635B0C419AC449AD95BBF06F421373</vt:lpwstr>
  </property>
</Properties>
</file>