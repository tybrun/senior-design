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F997-DD4D-E904-8661-72A588F13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CB195-31E2-D307-FB87-343E1282A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116AA-A3E2-0068-4648-AE924828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E66AE-9C0C-5220-EC6F-83155AED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D86D4-4D41-FE7E-2590-ED69A627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7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7DF2-EBBF-6F1E-9A18-4F5F41F6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7565-7F33-E4D7-AD1C-2053100D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9EAF5-A623-1C9F-77A7-FB032953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16C4-523F-BB6C-0F28-7972804C7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9F420-3DD9-AD2C-E4F4-450F44EA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5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CC01-095D-07D5-1F07-2728C46B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8081A-E5AA-F168-CCD8-97AF7C298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D8E4-6C12-36E2-1947-8D1272AD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EC1AB-8E18-1B2A-1739-380DF2F7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B81C-A6AD-EDB2-A930-C88EA8DA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5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7EAB-7224-29C8-3772-B2AF1BCC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158E-1544-F9B4-FF8A-96FB339E0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9E437-16E4-4B70-A9A7-9239C4C4E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11CEF-6D56-A577-D0ED-3A043A58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E00C7-2D91-EEB0-51B2-086D224C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8A9C7-CF9E-AE25-1BB3-08341D5D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7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8018-8345-250D-7258-303F4F9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A66EB-71FD-A0A1-B915-974EAA47C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F6C12-23A6-7686-43D4-00AA0F2BC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07574-72FC-0EA5-FCCB-ACC23CF95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DA9F4-F314-9FB9-AF37-D4363F89F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15CD9-4B5E-CA79-3CE5-82B3B3DF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7613A-167E-4367-03CF-89BF2BBE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CF3496-D0E3-9362-FE50-0DEC442B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0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7CAC-B246-C486-7322-1A0E2941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A177F-0E7F-5FAD-E00F-A427DC5D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7FD01-2B13-B9D9-404D-2D58F75C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6698-C22F-C551-704B-7BF3D8B8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6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C0A58-B3FC-C186-5564-74A40F81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A7098-82D5-FEAF-ACED-0C3E1D0E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EF394-3AAC-FE71-B98A-B46DB24F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3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DAC8-A717-7DDF-5E0F-C2CADF54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4F42-A001-45A4-B123-3C442508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25F26-464B-4817-2126-11E84D74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C2482-B767-31F1-C858-76962F165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0FC20-ECA5-11DD-FEE7-9D44BA623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0DD63-998D-1752-AE48-8EAD1855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0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F08B-6A23-D05D-5420-C3BF637B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A2A9C-9AD6-DDF4-1692-16C13C84B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5C327-5440-3B6F-C30D-B292F458F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A711F-C0B2-09A8-CD63-D13A3491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905A6-E711-D0ED-2153-2C8428F5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BB3B9-893C-06D7-6683-7D27D094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37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F6BE-2C02-BE88-AC0C-BD953F97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C1810-1606-D8AC-9C29-F1F744A19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3947A-BB75-FD4D-3994-52867959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BD7A9-2B7B-A818-CA31-B2DA5505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2E71-D965-DC5F-180A-C579945A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4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B4A77-C20D-72DE-06E4-69C4434C7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53E00-1F0A-7B87-783C-E42AE60D7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15EFC-74A6-74CD-C7E6-059BB46D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FFA0F-7296-9240-3637-4C145101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C1A7-0511-D684-B968-13686A84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6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74677-1598-A6AB-2E55-DBE6E740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80F4A-60D8-CD87-8093-A75B4F47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4F2B-12EA-A7AC-5BFD-ABCFCA4C4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827B8-BB46-4E04-8AAF-60BE7686295E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6AEF-461B-DAA4-EE72-E0A963CC2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4DAA9-7AF2-C615-E1F6-850BD236F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6F9CE-BE24-4434-B0AD-CA8DF6F70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9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297824-2BBC-5A6B-0441-FC5FFEEF0C82}"/>
              </a:ext>
            </a:extLst>
          </p:cNvPr>
          <p:cNvSpPr txBox="1"/>
          <p:nvPr/>
        </p:nvSpPr>
        <p:spPr>
          <a:xfrm>
            <a:off x="5736767" y="667776"/>
            <a:ext cx="557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DC7D2-A9AA-A64F-03ED-D96B81125227}"/>
              </a:ext>
            </a:extLst>
          </p:cNvPr>
          <p:cNvSpPr txBox="1"/>
          <p:nvPr/>
        </p:nvSpPr>
        <p:spPr>
          <a:xfrm>
            <a:off x="5780725" y="2143900"/>
            <a:ext cx="60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Turn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0557B2-B26E-BB80-26EC-F153457E3A14}"/>
              </a:ext>
            </a:extLst>
          </p:cNvPr>
          <p:cNvSpPr txBox="1"/>
          <p:nvPr/>
        </p:nvSpPr>
        <p:spPr>
          <a:xfrm>
            <a:off x="5007657" y="168066"/>
            <a:ext cx="21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Missions Determined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2C82C-BC53-7012-C145-6BB0C3791952}"/>
              </a:ext>
            </a:extLst>
          </p:cNvPr>
          <p:cNvSpPr txBox="1"/>
          <p:nvPr/>
        </p:nvSpPr>
        <p:spPr>
          <a:xfrm>
            <a:off x="5403598" y="1113253"/>
            <a:ext cx="13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Posture Card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DF203-EBD3-B26E-2168-685EF9D1A3FD}"/>
              </a:ext>
            </a:extLst>
          </p:cNvPr>
          <p:cNvSpPr txBox="1"/>
          <p:nvPr/>
        </p:nvSpPr>
        <p:spPr>
          <a:xfrm>
            <a:off x="5594675" y="1582175"/>
            <a:ext cx="1002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4EA36-10F1-46CF-8F2D-246105A46093}"/>
              </a:ext>
            </a:extLst>
          </p:cNvPr>
          <p:cNvSpPr txBox="1"/>
          <p:nvPr/>
        </p:nvSpPr>
        <p:spPr>
          <a:xfrm>
            <a:off x="5403022" y="2621038"/>
            <a:ext cx="138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Enabler Card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C26DC-5E7F-082F-EFDD-A587802785C7}"/>
              </a:ext>
            </a:extLst>
          </p:cNvPr>
          <p:cNvSpPr txBox="1"/>
          <p:nvPr/>
        </p:nvSpPr>
        <p:spPr>
          <a:xfrm>
            <a:off x="4124193" y="3519991"/>
            <a:ext cx="1509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Generate Unit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372E9-7CCB-1F53-E9DD-25EDAB27CD13}"/>
              </a:ext>
            </a:extLst>
          </p:cNvPr>
          <p:cNvSpPr txBox="1"/>
          <p:nvPr/>
        </p:nvSpPr>
        <p:spPr>
          <a:xfrm>
            <a:off x="6597322" y="3519991"/>
            <a:ext cx="2942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Maneuver &amp; Acquire &amp; Shoot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5392F2-2E1B-09E6-4EC2-C15A97A9D20B}"/>
              </a:ext>
            </a:extLst>
          </p:cNvPr>
          <p:cNvSpPr txBox="1"/>
          <p:nvPr/>
        </p:nvSpPr>
        <p:spPr>
          <a:xfrm>
            <a:off x="5796204" y="4366161"/>
            <a:ext cx="60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Turn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0D368-E93B-B710-7F73-28A079574BB2}"/>
              </a:ext>
            </a:extLst>
          </p:cNvPr>
          <p:cNvSpPr txBox="1"/>
          <p:nvPr/>
        </p:nvSpPr>
        <p:spPr>
          <a:xfrm>
            <a:off x="5788284" y="4889344"/>
            <a:ext cx="60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Turn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1ED1C4-6D31-BDA4-58AE-A2F594B39577}"/>
              </a:ext>
            </a:extLst>
          </p:cNvPr>
          <p:cNvSpPr txBox="1"/>
          <p:nvPr/>
        </p:nvSpPr>
        <p:spPr>
          <a:xfrm>
            <a:off x="5552159" y="5560081"/>
            <a:ext cx="108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Both Pass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ACC96D-3D0A-0EAE-65A6-33AD4D53CD6F}"/>
              </a:ext>
            </a:extLst>
          </p:cNvPr>
          <p:cNvCxnSpPr>
            <a:cxnSpLocks/>
          </p:cNvCxnSpPr>
          <p:nvPr/>
        </p:nvCxnSpPr>
        <p:spPr>
          <a:xfrm flipH="1">
            <a:off x="6095673" y="456788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48437A-A583-6BDF-AAC9-D072FCD20EBD}"/>
              </a:ext>
            </a:extLst>
          </p:cNvPr>
          <p:cNvCxnSpPr>
            <a:cxnSpLocks/>
          </p:cNvCxnSpPr>
          <p:nvPr/>
        </p:nvCxnSpPr>
        <p:spPr>
          <a:xfrm flipH="1">
            <a:off x="6095346" y="951019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8E68D7D-936A-B218-0EEC-C8750EAE4FEC}"/>
              </a:ext>
            </a:extLst>
          </p:cNvPr>
          <p:cNvCxnSpPr>
            <a:cxnSpLocks/>
          </p:cNvCxnSpPr>
          <p:nvPr/>
        </p:nvCxnSpPr>
        <p:spPr>
          <a:xfrm flipH="1">
            <a:off x="6095019" y="1401401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EA997E-87CA-6604-720E-2651071F209F}"/>
              </a:ext>
            </a:extLst>
          </p:cNvPr>
          <p:cNvCxnSpPr>
            <a:cxnSpLocks/>
          </p:cNvCxnSpPr>
          <p:nvPr/>
        </p:nvCxnSpPr>
        <p:spPr>
          <a:xfrm flipH="1">
            <a:off x="6095019" y="1874978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46468B-F25C-5BE0-B79B-6D6A68C6A1D5}"/>
              </a:ext>
            </a:extLst>
          </p:cNvPr>
          <p:cNvCxnSpPr>
            <a:cxnSpLocks/>
          </p:cNvCxnSpPr>
          <p:nvPr/>
        </p:nvCxnSpPr>
        <p:spPr>
          <a:xfrm flipH="1">
            <a:off x="6095019" y="2428428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570412-8A30-7B84-7FC0-3D1D65E06782}"/>
              </a:ext>
            </a:extLst>
          </p:cNvPr>
          <p:cNvCxnSpPr>
            <a:cxnSpLocks/>
          </p:cNvCxnSpPr>
          <p:nvPr/>
        </p:nvCxnSpPr>
        <p:spPr>
          <a:xfrm flipH="1">
            <a:off x="6094692" y="4169224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B556DF-453E-63AE-C0B5-2402315C9518}"/>
              </a:ext>
            </a:extLst>
          </p:cNvPr>
          <p:cNvCxnSpPr>
            <a:cxnSpLocks/>
          </p:cNvCxnSpPr>
          <p:nvPr/>
        </p:nvCxnSpPr>
        <p:spPr>
          <a:xfrm flipH="1">
            <a:off x="6094692" y="4686874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34B4DB-1F4A-23A0-63FC-A892FCEE0215}"/>
              </a:ext>
            </a:extLst>
          </p:cNvPr>
          <p:cNvCxnSpPr>
            <a:cxnSpLocks/>
          </p:cNvCxnSpPr>
          <p:nvPr/>
        </p:nvCxnSpPr>
        <p:spPr>
          <a:xfrm flipH="1">
            <a:off x="6094365" y="5245037"/>
            <a:ext cx="327" cy="315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4FF344-DE5D-8357-B681-B98139905E43}"/>
              </a:ext>
            </a:extLst>
          </p:cNvPr>
          <p:cNvCxnSpPr>
            <a:stCxn id="9" idx="2"/>
          </p:cNvCxnSpPr>
          <p:nvPr/>
        </p:nvCxnSpPr>
        <p:spPr>
          <a:xfrm flipH="1">
            <a:off x="6094365" y="2990370"/>
            <a:ext cx="1347" cy="2741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27732F2-B234-87F8-1C0F-67A52F24DBAD}"/>
              </a:ext>
            </a:extLst>
          </p:cNvPr>
          <p:cNvSpPr txBox="1"/>
          <p:nvPr/>
        </p:nvSpPr>
        <p:spPr>
          <a:xfrm>
            <a:off x="5831312" y="3255385"/>
            <a:ext cx="5261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Either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36AA0C-F975-EEDB-2395-3EE47F7F31E3}"/>
              </a:ext>
            </a:extLst>
          </p:cNvPr>
          <p:cNvCxnSpPr>
            <a:cxnSpLocks/>
          </p:cNvCxnSpPr>
          <p:nvPr/>
        </p:nvCxnSpPr>
        <p:spPr>
          <a:xfrm>
            <a:off x="5403023" y="3381341"/>
            <a:ext cx="42828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ECF1B71-A09C-1A3C-C141-511B7D16D0F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357418" y="3386190"/>
            <a:ext cx="3595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D01C466-D27C-9544-256A-BE4DA8BE07A9}"/>
              </a:ext>
            </a:extLst>
          </p:cNvPr>
          <p:cNvCxnSpPr>
            <a:cxnSpLocks/>
          </p:cNvCxnSpPr>
          <p:nvPr/>
        </p:nvCxnSpPr>
        <p:spPr>
          <a:xfrm>
            <a:off x="5380530" y="4156460"/>
            <a:ext cx="13364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405ED8-77B5-E1EC-B4E9-6FAD36CF6BAA}"/>
              </a:ext>
            </a:extLst>
          </p:cNvPr>
          <p:cNvCxnSpPr>
            <a:cxnSpLocks/>
          </p:cNvCxnSpPr>
          <p:nvPr/>
        </p:nvCxnSpPr>
        <p:spPr>
          <a:xfrm>
            <a:off x="5403022" y="3364249"/>
            <a:ext cx="0" cy="2717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7DCD63-28AF-31F7-43FD-96E684F0354C}"/>
              </a:ext>
            </a:extLst>
          </p:cNvPr>
          <p:cNvCxnSpPr>
            <a:cxnSpLocks/>
          </p:cNvCxnSpPr>
          <p:nvPr/>
        </p:nvCxnSpPr>
        <p:spPr>
          <a:xfrm>
            <a:off x="6716994" y="3364249"/>
            <a:ext cx="0" cy="2723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F879E0-E99F-AE91-5B53-7E12C02EF74F}"/>
              </a:ext>
            </a:extLst>
          </p:cNvPr>
          <p:cNvCxnSpPr/>
          <p:nvPr/>
        </p:nvCxnSpPr>
        <p:spPr>
          <a:xfrm flipH="1">
            <a:off x="5379183" y="3895101"/>
            <a:ext cx="1347" cy="2741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C483311-D9AF-3FC1-3073-6CF190600481}"/>
              </a:ext>
            </a:extLst>
          </p:cNvPr>
          <p:cNvCxnSpPr/>
          <p:nvPr/>
        </p:nvCxnSpPr>
        <p:spPr>
          <a:xfrm flipH="1">
            <a:off x="6709314" y="3878118"/>
            <a:ext cx="1347" cy="2741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AA49061-91DD-66B2-11BD-0A2E9E7033F2}"/>
              </a:ext>
            </a:extLst>
          </p:cNvPr>
          <p:cNvSpPr/>
          <p:nvPr/>
        </p:nvSpPr>
        <p:spPr>
          <a:xfrm>
            <a:off x="4124193" y="2215468"/>
            <a:ext cx="5443046" cy="211127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4CD8BAA-4AC4-038F-E5A8-556237D5069C}"/>
              </a:ext>
            </a:extLst>
          </p:cNvPr>
          <p:cNvCxnSpPr>
            <a:cxnSpLocks/>
          </p:cNvCxnSpPr>
          <p:nvPr/>
        </p:nvCxnSpPr>
        <p:spPr>
          <a:xfrm>
            <a:off x="3785787" y="5744554"/>
            <a:ext cx="185509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359078-EFEA-7FCC-A9CE-6B24D9A6DAB1}"/>
              </a:ext>
            </a:extLst>
          </p:cNvPr>
          <p:cNvCxnSpPr>
            <a:cxnSpLocks/>
          </p:cNvCxnSpPr>
          <p:nvPr/>
        </p:nvCxnSpPr>
        <p:spPr>
          <a:xfrm>
            <a:off x="3785787" y="888763"/>
            <a:ext cx="0" cy="48557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1A48BC-D1C0-D204-561C-B2AD28C9CE5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780014" y="852442"/>
            <a:ext cx="1956753" cy="26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635B0C419AC449AD95BBF06F421373" ma:contentTypeVersion="17" ma:contentTypeDescription="Create a new document." ma:contentTypeScope="" ma:versionID="023c2603642bc0d97b3cec26bfbb80aa">
  <xsd:schema xmlns:xsd="http://www.w3.org/2001/XMLSchema" xmlns:xs="http://www.w3.org/2001/XMLSchema" xmlns:p="http://schemas.microsoft.com/office/2006/metadata/properties" xmlns:ns2="20c1f785-d035-4aeb-8151-8f39e27c9e69" xmlns:ns3="3549dbde-b66b-437c-a286-ad8a2b546cdb" targetNamespace="http://schemas.microsoft.com/office/2006/metadata/properties" ma:root="true" ma:fieldsID="5e9417efc8b1924d4400b4251482a312" ns2:_="" ns3:_="">
    <xsd:import namespace="20c1f785-d035-4aeb-8151-8f39e27c9e69"/>
    <xsd:import namespace="3549dbde-b66b-437c-a286-ad8a2b546cd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_x0032_0250318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1f785-d035-4aeb-8151-8f39e27c9e6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9dbde-b66b-437c-a286-ad8a2b546c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ed257-b896-4b55-84f7-2c4d79b9c3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0032_0250318" ma:index="24" nillable="true" ma:displayName="20250318" ma:format="Dropdown" ma:internalName="_x0032_0250318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549dbde-b66b-437c-a286-ad8a2b546cdb">
      <Terms xmlns="http://schemas.microsoft.com/office/infopath/2007/PartnerControls"/>
    </lcf76f155ced4ddcb4097134ff3c332f>
    <_x0032_0250318 xmlns="3549dbde-b66b-437c-a286-ad8a2b546cdb" xsi:nil="true"/>
  </documentManagement>
</p:properties>
</file>

<file path=customXml/itemProps1.xml><?xml version="1.0" encoding="utf-8"?>
<ds:datastoreItem xmlns:ds="http://schemas.openxmlformats.org/officeDocument/2006/customXml" ds:itemID="{54C4310F-D144-4233-8839-EEBE37B6EEBC}"/>
</file>

<file path=customXml/itemProps2.xml><?xml version="1.0" encoding="utf-8"?>
<ds:datastoreItem xmlns:ds="http://schemas.openxmlformats.org/officeDocument/2006/customXml" ds:itemID="{F0766B03-894D-46DD-B7EF-20F1BB252FDC}"/>
</file>

<file path=customXml/itemProps3.xml><?xml version="1.0" encoding="utf-8"?>
<ds:datastoreItem xmlns:ds="http://schemas.openxmlformats.org/officeDocument/2006/customXml" ds:itemID="{03EBD861-1622-412B-9958-F879C2B5699A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U.S.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ALON, KEDEM J Maj USAF AETC LEMAY CENTER/WA</dc:creator>
  <cp:lastModifiedBy>ALON, KEDEM J Maj USAF AETC LEMAY CENTER/WA</cp:lastModifiedBy>
  <cp:revision>4</cp:revision>
  <dcterms:created xsi:type="dcterms:W3CDTF">2023-07-17T19:40:19Z</dcterms:created>
  <dcterms:modified xsi:type="dcterms:W3CDTF">2023-12-07T15:07:18Z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0x01010052635B0C419AC449AD95BBF06F421373</vt:lpwstr>
  </property>
</Properties>
</file>