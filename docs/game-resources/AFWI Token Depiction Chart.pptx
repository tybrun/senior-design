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D36C6-38F9-CA62-016A-1233BA13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A2239-A1B8-BF7F-AFC9-8AD39E25E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CDF2-B59E-066C-AE3A-E91E824D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C261A-26C4-31B1-D10C-F94C1272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1E6DE-7521-E3CD-D1CB-C292591B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7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AF5D-C86C-73CF-61E6-36CDA738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1562-8BA2-D81F-27AC-E09303998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CE1F9-F457-A362-B34C-970ED385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2E10-A4F8-54BD-010A-322EBFFB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37F7-8142-0CCF-D75A-D5E87106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66BE-41B2-2206-1CF3-B2267CA1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FB2D9-C404-5131-CABD-376384A55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BDE21-D894-8DD6-6830-7583D1A2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1303-EC86-E5BC-73D2-FD72BDF0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30889-6247-AD5D-714C-477197F4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9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AAC7-76E4-F945-B8A4-9DEF18DC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28EB0-C9EC-10EA-894E-3720E8D3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0212E-00A0-D153-B131-FD430D3D2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0B0E9-633E-8655-B1A1-0E62F4C2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FAEE9-BF71-BCB3-5F81-0E59FBA2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17BCD-F12A-E785-24BA-BE0A15E0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3BE1-418C-7B58-9ED5-6262D9DF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F0820-3D04-E5ED-068A-E7B6E210C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4D01D-7BD1-9F59-4FD8-2AFEF59A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5E38A-75D3-00D8-B71D-2871C7C54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BC86A-E1F6-F7D1-A737-AC8D33616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DF9DF-AC8D-0804-2DA6-A8F1D486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5DC7B-F0B7-0E64-F948-255AC6DB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49F8D-0542-7506-34B5-12F73DAC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0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4471-A3E3-932D-A736-8A6973CC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1F4D8-5BDF-E32B-00C7-09587B8B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B210C-D3EE-DD09-5FDE-C32DBB08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737BB-64DD-E187-24A6-9C1F91EA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2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6232D-EC66-9CBB-F600-EFA19541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3E247-FD04-AA27-32F8-45C48873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5780E-A02D-1CE7-AAAA-692322CA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F9C5-B2A2-F30F-302A-3CAE8C29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01C20-22E3-E7FA-61DD-5479096E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99437-9CA1-6B04-678E-9051B8854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719B8-0645-6299-AA15-CDE5A361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10948-37D2-E9A5-8535-3B29E790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16306-729F-54BB-8355-4103A8DD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0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61B-FE4F-EA83-864E-6D55C208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F5BB9-1AEE-5624-731D-7C07D9553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3623D-0C95-2728-DB33-8B916D048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6F2FB-969B-8113-B1EF-3929E048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75D22-4586-8E89-4F05-9E693AC7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B70B5-E799-1278-5EAC-AEF7A6B5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63D6-4ED2-EF7E-4574-31717FB9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39B29-A7B7-AD25-F716-EBE6E6C69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C05A6-2AD6-6F13-A34B-74DBB825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3728-96EB-5A73-349D-B5E7858B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982D2-E19B-21A5-09E2-B2ADA747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F2897-274C-D7C6-A7B5-9E36DCD15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087CC-B602-0D82-2D9A-9C324441C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0D2A-8672-5C73-3E68-D619BB59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5342F-11E3-7EB0-EC7B-C2113716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8C82B-7E26-6D00-86A4-FA3908EC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0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92635-ABC3-4B2C-6613-F1318BD2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9506C-88E5-E9CB-39C5-5CB97F503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BBC2-A847-31DF-125E-A65B9522E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C805E-BE7C-414E-8096-F462922E0030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EF836-9CD4-F711-F2C3-C3848BDBE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7E31-DBC2-CE9E-B648-460512B9C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7300D-BA16-4B47-A13F-270AB003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6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ED0314F-6CC0-6028-16FD-71F462AD9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599" y="1371600"/>
            <a:ext cx="3018802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C31F08-7BCB-20E3-6F40-485C19972B6A}"/>
              </a:ext>
            </a:extLst>
          </p:cNvPr>
          <p:cNvCxnSpPr/>
          <p:nvPr/>
        </p:nvCxnSpPr>
        <p:spPr>
          <a:xfrm>
            <a:off x="6096000" y="785091"/>
            <a:ext cx="0" cy="9975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F69FF0-2CCD-67F6-DA96-8D19D1D61DE2}"/>
              </a:ext>
            </a:extLst>
          </p:cNvPr>
          <p:cNvCxnSpPr>
            <a:cxnSpLocks/>
          </p:cNvCxnSpPr>
          <p:nvPr/>
        </p:nvCxnSpPr>
        <p:spPr>
          <a:xfrm>
            <a:off x="4325815" y="4933195"/>
            <a:ext cx="10961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A6F08C-0096-087D-E1BA-E804AEF7F485}"/>
              </a:ext>
            </a:extLst>
          </p:cNvPr>
          <p:cNvCxnSpPr>
            <a:cxnSpLocks/>
          </p:cNvCxnSpPr>
          <p:nvPr/>
        </p:nvCxnSpPr>
        <p:spPr>
          <a:xfrm flipH="1" flipV="1">
            <a:off x="6787662" y="4176346"/>
            <a:ext cx="1477107" cy="7568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87269-8DFB-6106-15F0-72FE5FEC9078}"/>
              </a:ext>
            </a:extLst>
          </p:cNvPr>
          <p:cNvCxnSpPr>
            <a:cxnSpLocks/>
          </p:cNvCxnSpPr>
          <p:nvPr/>
        </p:nvCxnSpPr>
        <p:spPr>
          <a:xfrm flipH="1">
            <a:off x="6787662" y="2497015"/>
            <a:ext cx="1565030" cy="14388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FAC589-4EC2-2F48-1F29-FE79B6ED9F16}"/>
              </a:ext>
            </a:extLst>
          </p:cNvPr>
          <p:cNvSpPr txBox="1"/>
          <p:nvPr/>
        </p:nvSpPr>
        <p:spPr>
          <a:xfrm>
            <a:off x="4856285" y="37806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Posture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85BBBA-CCF2-0911-C568-C58BCA2691E8}"/>
              </a:ext>
            </a:extLst>
          </p:cNvPr>
          <p:cNvSpPr txBox="1"/>
          <p:nvPr/>
        </p:nvSpPr>
        <p:spPr>
          <a:xfrm>
            <a:off x="7114442" y="213946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Enabler Limit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81EE2F-E835-55EB-7654-B1A2358B24FE}"/>
              </a:ext>
            </a:extLst>
          </p:cNvPr>
          <p:cNvSpPr txBox="1"/>
          <p:nvPr/>
        </p:nvSpPr>
        <p:spPr>
          <a:xfrm>
            <a:off x="7154008" y="497445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Squadron Limit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D0685-70A3-A883-2846-1D88BDA0D9BC}"/>
              </a:ext>
            </a:extLst>
          </p:cNvPr>
          <p:cNvSpPr txBox="1"/>
          <p:nvPr/>
        </p:nvSpPr>
        <p:spPr>
          <a:xfrm>
            <a:off x="2206927" y="4748529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Special Conditions</a:t>
            </a:r>
          </a:p>
        </p:txBody>
      </p:sp>
    </p:spTree>
    <p:extLst>
      <p:ext uri="{BB962C8B-B14F-4D97-AF65-F5344CB8AC3E}">
        <p14:creationId xmlns:p14="http://schemas.microsoft.com/office/powerpoint/2010/main" val="1817040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ACF02DE-D399-7D27-4053-35E5FE215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172" y="1371600"/>
            <a:ext cx="301365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5D0802-806B-02AF-9D17-444DD5225E49}"/>
              </a:ext>
            </a:extLst>
          </p:cNvPr>
          <p:cNvCxnSpPr/>
          <p:nvPr/>
        </p:nvCxnSpPr>
        <p:spPr>
          <a:xfrm>
            <a:off x="6096000" y="785091"/>
            <a:ext cx="0" cy="9975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DD45E57-E2AE-A4CA-CCB2-514A050B7256}"/>
              </a:ext>
            </a:extLst>
          </p:cNvPr>
          <p:cNvCxnSpPr>
            <a:cxnSpLocks/>
          </p:cNvCxnSpPr>
          <p:nvPr/>
        </p:nvCxnSpPr>
        <p:spPr>
          <a:xfrm>
            <a:off x="4246687" y="5038699"/>
            <a:ext cx="10961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CF26DA-3C2F-1030-93F8-069CEF54BF37}"/>
              </a:ext>
            </a:extLst>
          </p:cNvPr>
          <p:cNvCxnSpPr>
            <a:cxnSpLocks/>
          </p:cNvCxnSpPr>
          <p:nvPr/>
        </p:nvCxnSpPr>
        <p:spPr>
          <a:xfrm flipH="1" flipV="1">
            <a:off x="7154008" y="4519246"/>
            <a:ext cx="1110761" cy="4139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3B6869-78C5-DC98-441A-E5F4F0836DB2}"/>
              </a:ext>
            </a:extLst>
          </p:cNvPr>
          <p:cNvCxnSpPr>
            <a:cxnSpLocks/>
          </p:cNvCxnSpPr>
          <p:nvPr/>
        </p:nvCxnSpPr>
        <p:spPr>
          <a:xfrm flipH="1">
            <a:off x="7332785" y="2862765"/>
            <a:ext cx="1421216" cy="667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40BA4B-8B54-CDB0-931A-B4146F68CA71}"/>
              </a:ext>
            </a:extLst>
          </p:cNvPr>
          <p:cNvSpPr txBox="1"/>
          <p:nvPr/>
        </p:nvSpPr>
        <p:spPr>
          <a:xfrm>
            <a:off x="4856285" y="37806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Squadron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D67D0-4F65-B2AC-087B-03F081B538A2}"/>
              </a:ext>
            </a:extLst>
          </p:cNvPr>
          <p:cNvSpPr txBox="1"/>
          <p:nvPr/>
        </p:nvSpPr>
        <p:spPr>
          <a:xfrm>
            <a:off x="7482197" y="2235410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Squadron Patch (No Gameplay Effect)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55D0C-811C-CEE0-D1DB-4BD596890AD9}"/>
              </a:ext>
            </a:extLst>
          </p:cNvPr>
          <p:cNvSpPr txBox="1"/>
          <p:nvPr/>
        </p:nvSpPr>
        <p:spPr>
          <a:xfrm>
            <a:off x="7332785" y="5021584"/>
            <a:ext cx="344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Squadron Ground Crew Health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C7ED1-4954-F2F5-3CBF-26C54CE3DE12}"/>
              </a:ext>
            </a:extLst>
          </p:cNvPr>
          <p:cNvSpPr txBox="1"/>
          <p:nvPr/>
        </p:nvSpPr>
        <p:spPr>
          <a:xfrm>
            <a:off x="1767314" y="4730943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and Type of Tokens Generated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8614BB-59D3-FCA5-F715-2669CFC6B75E}"/>
              </a:ext>
            </a:extLst>
          </p:cNvPr>
          <p:cNvCxnSpPr>
            <a:cxnSpLocks/>
          </p:cNvCxnSpPr>
          <p:nvPr/>
        </p:nvCxnSpPr>
        <p:spPr>
          <a:xfrm>
            <a:off x="3473018" y="3058175"/>
            <a:ext cx="1485844" cy="713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BA5209-213B-DCB5-1CE3-034A9A3464CC}"/>
              </a:ext>
            </a:extLst>
          </p:cNvPr>
          <p:cNvSpPr txBox="1"/>
          <p:nvPr/>
        </p:nvSpPr>
        <p:spPr>
          <a:xfrm>
            <a:off x="2233303" y="2404967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Equipment Description (No Gameplay Effect)</a:t>
            </a:r>
          </a:p>
        </p:txBody>
      </p:sp>
    </p:spTree>
    <p:extLst>
      <p:ext uri="{BB962C8B-B14F-4D97-AF65-F5344CB8AC3E}">
        <p14:creationId xmlns:p14="http://schemas.microsoft.com/office/powerpoint/2010/main" val="126308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700A5679-FAB7-8585-3276-47125D433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173" y="1371600"/>
            <a:ext cx="301365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000CA2-6D77-DAB3-A41B-55F820B00611}"/>
              </a:ext>
            </a:extLst>
          </p:cNvPr>
          <p:cNvCxnSpPr/>
          <p:nvPr/>
        </p:nvCxnSpPr>
        <p:spPr>
          <a:xfrm>
            <a:off x="6096000" y="785091"/>
            <a:ext cx="0" cy="9975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C18540-780C-1B04-66A1-427A495C231C}"/>
              </a:ext>
            </a:extLst>
          </p:cNvPr>
          <p:cNvCxnSpPr>
            <a:cxnSpLocks/>
          </p:cNvCxnSpPr>
          <p:nvPr/>
        </p:nvCxnSpPr>
        <p:spPr>
          <a:xfrm>
            <a:off x="3903782" y="4748560"/>
            <a:ext cx="10961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87D341-9BDC-CF85-B4F6-3F77EDB1333C}"/>
              </a:ext>
            </a:extLst>
          </p:cNvPr>
          <p:cNvCxnSpPr>
            <a:cxnSpLocks/>
          </p:cNvCxnSpPr>
          <p:nvPr/>
        </p:nvCxnSpPr>
        <p:spPr>
          <a:xfrm flipH="1" flipV="1">
            <a:off x="7060223" y="3666392"/>
            <a:ext cx="1204546" cy="126680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9E4A7A-AA4C-2BD1-E05B-4312BAA95480}"/>
              </a:ext>
            </a:extLst>
          </p:cNvPr>
          <p:cNvSpPr txBox="1"/>
          <p:nvPr/>
        </p:nvSpPr>
        <p:spPr>
          <a:xfrm>
            <a:off x="4856285" y="37806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Enabler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C2751-60C4-C718-3A07-E25B2EDB74FD}"/>
              </a:ext>
            </a:extLst>
          </p:cNvPr>
          <p:cNvSpPr txBox="1"/>
          <p:nvPr/>
        </p:nvSpPr>
        <p:spPr>
          <a:xfrm>
            <a:off x="7426569" y="4933195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Background Denotes Warfighting Domain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8D4C5-DD59-AA0F-1CE6-2EBDA7E79C36}"/>
              </a:ext>
            </a:extLst>
          </p:cNvPr>
          <p:cNvSpPr txBox="1"/>
          <p:nvPr/>
        </p:nvSpPr>
        <p:spPr>
          <a:xfrm>
            <a:off x="1784894" y="4563894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Enabler Effects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498073-F1C5-D2E4-600B-4DD3C55B365A}"/>
              </a:ext>
            </a:extLst>
          </p:cNvPr>
          <p:cNvCxnSpPr>
            <a:cxnSpLocks/>
          </p:cNvCxnSpPr>
          <p:nvPr/>
        </p:nvCxnSpPr>
        <p:spPr>
          <a:xfrm>
            <a:off x="3516713" y="3429000"/>
            <a:ext cx="1339572" cy="8792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2B8FAB-1436-021D-70F7-35DF3664C36D}"/>
              </a:ext>
            </a:extLst>
          </p:cNvPr>
          <p:cNvSpPr txBox="1"/>
          <p:nvPr/>
        </p:nvSpPr>
        <p:spPr>
          <a:xfrm>
            <a:off x="1775896" y="3033318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vs. Multi Use Identifier</a:t>
            </a:r>
          </a:p>
        </p:txBody>
      </p:sp>
    </p:spTree>
    <p:extLst>
      <p:ext uri="{BB962C8B-B14F-4D97-AF65-F5344CB8AC3E}">
        <p14:creationId xmlns:p14="http://schemas.microsoft.com/office/powerpoint/2010/main" val="217911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B3EA86-BFCF-9A32-ECC1-F987FA5C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622" y="1371600"/>
            <a:ext cx="300475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367ED4-843A-2325-28F9-454A413009E9}"/>
              </a:ext>
            </a:extLst>
          </p:cNvPr>
          <p:cNvCxnSpPr/>
          <p:nvPr/>
        </p:nvCxnSpPr>
        <p:spPr>
          <a:xfrm>
            <a:off x="6096000" y="785091"/>
            <a:ext cx="0" cy="9975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CDB179-D7DB-66CA-C6D2-B118CF74C708}"/>
              </a:ext>
            </a:extLst>
          </p:cNvPr>
          <p:cNvCxnSpPr>
            <a:cxnSpLocks/>
          </p:cNvCxnSpPr>
          <p:nvPr/>
        </p:nvCxnSpPr>
        <p:spPr>
          <a:xfrm>
            <a:off x="3903782" y="4898025"/>
            <a:ext cx="10961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D34797-AFC4-89F8-75FC-DE832DA3D40D}"/>
              </a:ext>
            </a:extLst>
          </p:cNvPr>
          <p:cNvSpPr txBox="1"/>
          <p:nvPr/>
        </p:nvSpPr>
        <p:spPr>
          <a:xfrm>
            <a:off x="4856285" y="37806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Mission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53457-BB19-817A-BACA-EA719863C7E9}"/>
              </a:ext>
            </a:extLst>
          </p:cNvPr>
          <p:cNvSpPr txBox="1"/>
          <p:nvPr/>
        </p:nvSpPr>
        <p:spPr>
          <a:xfrm>
            <a:off x="1784894" y="4713359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Scoring Conditions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D37D05-B60A-8EC5-AE2A-5F89C0EC9440}"/>
              </a:ext>
            </a:extLst>
          </p:cNvPr>
          <p:cNvCxnSpPr>
            <a:cxnSpLocks/>
          </p:cNvCxnSpPr>
          <p:nvPr/>
        </p:nvCxnSpPr>
        <p:spPr>
          <a:xfrm>
            <a:off x="3516713" y="3429000"/>
            <a:ext cx="1483177" cy="7121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39FF1B-7070-137B-FB98-BA69C066D5F6}"/>
              </a:ext>
            </a:extLst>
          </p:cNvPr>
          <p:cNvSpPr txBox="1"/>
          <p:nvPr/>
        </p:nvSpPr>
        <p:spPr>
          <a:xfrm>
            <a:off x="1775896" y="3033318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Context (No Gameplay Effect)</a:t>
            </a:r>
          </a:p>
        </p:txBody>
      </p:sp>
    </p:spTree>
    <p:extLst>
      <p:ext uri="{BB962C8B-B14F-4D97-AF65-F5344CB8AC3E}">
        <p14:creationId xmlns:p14="http://schemas.microsoft.com/office/powerpoint/2010/main" val="185581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7F6666D4-B288-EAD1-0BED-121973E03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2505075"/>
            <a:ext cx="2019300" cy="18478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75EE0B-FD18-C5DA-6639-ED0C70A50887}"/>
              </a:ext>
            </a:extLst>
          </p:cNvPr>
          <p:cNvCxnSpPr/>
          <p:nvPr/>
        </p:nvCxnSpPr>
        <p:spPr>
          <a:xfrm>
            <a:off x="6096000" y="1699483"/>
            <a:ext cx="0" cy="9975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B070EE-8FC6-BDA4-138F-05630D60E0E8}"/>
              </a:ext>
            </a:extLst>
          </p:cNvPr>
          <p:cNvCxnSpPr>
            <a:cxnSpLocks/>
          </p:cNvCxnSpPr>
          <p:nvPr/>
        </p:nvCxnSpPr>
        <p:spPr>
          <a:xfrm flipV="1">
            <a:off x="6094535" y="4207271"/>
            <a:ext cx="0" cy="11875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55119B-C1DC-7CF9-2F72-E3EF48FC2FC2}"/>
              </a:ext>
            </a:extLst>
          </p:cNvPr>
          <p:cNvCxnSpPr>
            <a:cxnSpLocks/>
          </p:cNvCxnSpPr>
          <p:nvPr/>
        </p:nvCxnSpPr>
        <p:spPr>
          <a:xfrm flipH="1">
            <a:off x="6995568" y="3356483"/>
            <a:ext cx="153883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866EF0-E47A-2C87-4073-0E6D040CF6CD}"/>
              </a:ext>
            </a:extLst>
          </p:cNvPr>
          <p:cNvSpPr txBox="1"/>
          <p:nvPr/>
        </p:nvSpPr>
        <p:spPr>
          <a:xfrm>
            <a:off x="4856285" y="129246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15DC1-4790-CF53-244F-A9D3CE80CA8A}"/>
              </a:ext>
            </a:extLst>
          </p:cNvPr>
          <p:cNvSpPr txBox="1"/>
          <p:nvPr/>
        </p:nvSpPr>
        <p:spPr>
          <a:xfrm>
            <a:off x="8534400" y="3033318"/>
            <a:ext cx="2476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Border and Roundel denote whether the token is a PRC or US Token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3EA29-E77E-690E-400C-7FBE8E6890F7}"/>
              </a:ext>
            </a:extLst>
          </p:cNvPr>
          <p:cNvSpPr txBox="1"/>
          <p:nvPr/>
        </p:nvSpPr>
        <p:spPr>
          <a:xfrm>
            <a:off x="4856285" y="5473802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 Attack Range and Damage Die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595BA7-0984-A9DF-92EC-8ED48DD1315E}"/>
              </a:ext>
            </a:extLst>
          </p:cNvPr>
          <p:cNvCxnSpPr>
            <a:cxnSpLocks/>
          </p:cNvCxnSpPr>
          <p:nvPr/>
        </p:nvCxnSpPr>
        <p:spPr>
          <a:xfrm>
            <a:off x="3516713" y="3429000"/>
            <a:ext cx="1788142" cy="2506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4222D8-7B3A-2149-34D8-2DDA5085E42C}"/>
              </a:ext>
            </a:extLst>
          </p:cNvPr>
          <p:cNvSpPr txBox="1"/>
          <p:nvPr/>
        </p:nvSpPr>
        <p:spPr>
          <a:xfrm>
            <a:off x="1775896" y="303331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Sensor Range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647C0F-867B-2E65-DF51-86C47A63557F}"/>
              </a:ext>
            </a:extLst>
          </p:cNvPr>
          <p:cNvCxnSpPr>
            <a:cxnSpLocks/>
          </p:cNvCxnSpPr>
          <p:nvPr/>
        </p:nvCxnSpPr>
        <p:spPr>
          <a:xfrm flipH="1" flipV="1">
            <a:off x="6862931" y="4154765"/>
            <a:ext cx="865065" cy="12400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179C66-4A5E-85CB-7E81-B7AFBFD74327}"/>
              </a:ext>
            </a:extLst>
          </p:cNvPr>
          <p:cNvSpPr txBox="1"/>
          <p:nvPr/>
        </p:nvSpPr>
        <p:spPr>
          <a:xfrm>
            <a:off x="7557922" y="5283172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Ground Attack Range and Damage Die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96E70A-B2EE-098E-7A17-75380954EE3D}"/>
              </a:ext>
            </a:extLst>
          </p:cNvPr>
          <p:cNvCxnSpPr>
            <a:cxnSpLocks/>
          </p:cNvCxnSpPr>
          <p:nvPr/>
        </p:nvCxnSpPr>
        <p:spPr>
          <a:xfrm>
            <a:off x="3461427" y="2670682"/>
            <a:ext cx="1788142" cy="2506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3D2A571-4B1B-7F76-8210-EF724AA89D56}"/>
              </a:ext>
            </a:extLst>
          </p:cNvPr>
          <p:cNvSpPr txBox="1"/>
          <p:nvPr/>
        </p:nvSpPr>
        <p:spPr>
          <a:xfrm>
            <a:off x="1720610" y="22750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Movement Range</a:t>
            </a:r>
          </a:p>
        </p:txBody>
      </p:sp>
    </p:spTree>
    <p:extLst>
      <p:ext uri="{BB962C8B-B14F-4D97-AF65-F5344CB8AC3E}">
        <p14:creationId xmlns:p14="http://schemas.microsoft.com/office/powerpoint/2010/main" val="285705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635B0C419AC449AD95BBF06F421373" ma:contentTypeVersion="17" ma:contentTypeDescription="Create a new document." ma:contentTypeScope="" ma:versionID="023c2603642bc0d97b3cec26bfbb80aa">
  <xsd:schema xmlns:xsd="http://www.w3.org/2001/XMLSchema" xmlns:xs="http://www.w3.org/2001/XMLSchema" xmlns:p="http://schemas.microsoft.com/office/2006/metadata/properties" xmlns:ns2="20c1f785-d035-4aeb-8151-8f39e27c9e69" xmlns:ns3="3549dbde-b66b-437c-a286-ad8a2b546cdb" targetNamespace="http://schemas.microsoft.com/office/2006/metadata/properties" ma:root="true" ma:fieldsID="5e9417efc8b1924d4400b4251482a312" ns2:_="" ns3:_="">
    <xsd:import namespace="20c1f785-d035-4aeb-8151-8f39e27c9e69"/>
    <xsd:import namespace="3549dbde-b66b-437c-a286-ad8a2b546cd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_x0032_0250318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1f785-d035-4aeb-8151-8f39e27c9e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9dbde-b66b-437c-a286-ad8a2b546c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ed257-b896-4b55-84f7-2c4d79b9c3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0032_0250318" ma:index="24" nillable="true" ma:displayName="20250318" ma:format="Dropdown" ma:internalName="_x0032_0250318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549dbde-b66b-437c-a286-ad8a2b546cdb">
      <Terms xmlns="http://schemas.microsoft.com/office/infopath/2007/PartnerControls"/>
    </lcf76f155ced4ddcb4097134ff3c332f>
    <_x0032_0250318 xmlns="3549dbde-b66b-437c-a286-ad8a2b546cdb" xsi:nil="true"/>
  </documentManagement>
</p:properties>
</file>

<file path=customXml/itemProps1.xml><?xml version="1.0" encoding="utf-8"?>
<ds:datastoreItem xmlns:ds="http://schemas.openxmlformats.org/officeDocument/2006/customXml" ds:itemID="{80E616A9-F2B9-4CE6-BC47-89A3AAC1B8BA}"/>
</file>

<file path=customXml/itemProps2.xml><?xml version="1.0" encoding="utf-8"?>
<ds:datastoreItem xmlns:ds="http://schemas.openxmlformats.org/officeDocument/2006/customXml" ds:itemID="{77A4CC18-177B-4DB3-9A15-856B8E5838FE}"/>
</file>

<file path=customXml/itemProps3.xml><?xml version="1.0" encoding="utf-8"?>
<ds:datastoreItem xmlns:ds="http://schemas.openxmlformats.org/officeDocument/2006/customXml" ds:itemID="{36BB2CCC-031F-4003-8811-F616842F1544}"/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89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BOLGER, PHILIP S CIV USAF AETC LEMAY CENTER/WA</dc:creator>
  <cp:lastModifiedBy>BOLGER, PHILIP S CIV USAF AETC LEMAY CENTER/WA</cp:lastModifiedBy>
  <cp:revision>1</cp:revision>
  <dcterms:created xsi:type="dcterms:W3CDTF">2023-11-14T16:21:21Z</dcterms:created>
  <dcterms:modified xsi:type="dcterms:W3CDTF">2023-11-15T17:49:39Z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0x01010052635B0C419AC449AD95BBF06F421373</vt:lpwstr>
  </property>
</Properties>
</file>