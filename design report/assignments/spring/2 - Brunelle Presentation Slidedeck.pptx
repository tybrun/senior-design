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81" r:id="rId7"/>
    <p:sldId id="287" r:id="rId8"/>
    <p:sldId id="300" r:id="rId9"/>
    <p:sldId id="297" r:id="rId10"/>
    <p:sldId id="301" r:id="rId11"/>
    <p:sldId id="302" r:id="rId12"/>
    <p:sldId id="303" r:id="rId13"/>
    <p:sldId id="304" r:id="rId14"/>
    <p:sldId id="29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467DB8-8499-49B5-86F3-28E253AFEF8A}" v="12" dt="2026-02-17T22:40:50.6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0655" autoAdjust="0"/>
  </p:normalViewPr>
  <p:slideViewPr>
    <p:cSldViewPr snapToGrid="0">
      <p:cViewPr varScale="1">
        <p:scale>
          <a:sx n="78" d="100"/>
          <a:sy n="78" d="100"/>
        </p:scale>
        <p:origin x="1109" y="28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yler Brunelle" userId="a9445cf6952b5880" providerId="LiveId" clId="{7FDE1EA0-6BBD-47E0-9A46-4A95624E9250}"/>
    <pc:docChg chg="undo custSel addSld delSld modSld sldOrd">
      <pc:chgData name="Tyler Brunelle" userId="a9445cf6952b5880" providerId="LiveId" clId="{7FDE1EA0-6BBD-47E0-9A46-4A95624E9250}" dt="2026-02-17T22:40:50.653" v="3478"/>
      <pc:docMkLst>
        <pc:docMk/>
      </pc:docMkLst>
      <pc:sldChg chg="modSp mod">
        <pc:chgData name="Tyler Brunelle" userId="a9445cf6952b5880" providerId="LiveId" clId="{7FDE1EA0-6BBD-47E0-9A46-4A95624E9250}" dt="2026-01-27T23:36:57.947" v="793" actId="20577"/>
        <pc:sldMkLst>
          <pc:docMk/>
          <pc:sldMk cId="2586058810" sldId="256"/>
        </pc:sldMkLst>
        <pc:spChg chg="mod">
          <ac:chgData name="Tyler Brunelle" userId="a9445cf6952b5880" providerId="LiveId" clId="{7FDE1EA0-6BBD-47E0-9A46-4A95624E9250}" dt="2026-01-27T23:36:57.947" v="793" actId="20577"/>
          <ac:spMkLst>
            <pc:docMk/>
            <pc:sldMk cId="2586058810" sldId="256"/>
            <ac:spMk id="2" creationId="{CFE75451-6A4B-484B-9ED1-353CCE25B0F4}"/>
          </ac:spMkLst>
        </pc:spChg>
      </pc:sldChg>
      <pc:sldChg chg="modSp mod">
        <pc:chgData name="Tyler Brunelle" userId="a9445cf6952b5880" providerId="LiveId" clId="{7FDE1EA0-6BBD-47E0-9A46-4A95624E9250}" dt="2026-02-17T22:05:21.087" v="1483" actId="313"/>
        <pc:sldMkLst>
          <pc:docMk/>
          <pc:sldMk cId="1713219598" sldId="257"/>
        </pc:sldMkLst>
        <pc:spChg chg="mod">
          <ac:chgData name="Tyler Brunelle" userId="a9445cf6952b5880" providerId="LiveId" clId="{7FDE1EA0-6BBD-47E0-9A46-4A95624E9250}" dt="2026-02-17T22:05:21.087" v="1483" actId="313"/>
          <ac:spMkLst>
            <pc:docMk/>
            <pc:sldMk cId="1713219598" sldId="257"/>
            <ac:spMk id="3" creationId="{5671D7E5-EF66-4BCD-8DAA-E9061157F0BE}"/>
          </ac:spMkLst>
        </pc:spChg>
      </pc:sldChg>
      <pc:sldChg chg="addSp modSp del">
        <pc:chgData name="Tyler Brunelle" userId="a9445cf6952b5880" providerId="LiveId" clId="{7FDE1EA0-6BBD-47E0-9A46-4A95624E9250}" dt="2026-02-17T22:05:23.647" v="1484" actId="47"/>
        <pc:sldMkLst>
          <pc:docMk/>
          <pc:sldMk cId="3571516367" sldId="258"/>
        </pc:sldMkLst>
      </pc:sldChg>
      <pc:sldChg chg="modSp mod">
        <pc:chgData name="Tyler Brunelle" userId="a9445cf6952b5880" providerId="LiveId" clId="{7FDE1EA0-6BBD-47E0-9A46-4A95624E9250}" dt="2026-02-17T22:05:45.581" v="1512" actId="20577"/>
        <pc:sldMkLst>
          <pc:docMk/>
          <pc:sldMk cId="103458723" sldId="281"/>
        </pc:sldMkLst>
        <pc:spChg chg="mod">
          <ac:chgData name="Tyler Brunelle" userId="a9445cf6952b5880" providerId="LiveId" clId="{7FDE1EA0-6BBD-47E0-9A46-4A95624E9250}" dt="2026-01-27T23:51:01.941" v="907" actId="20577"/>
          <ac:spMkLst>
            <pc:docMk/>
            <pc:sldMk cId="103458723" sldId="281"/>
            <ac:spMk id="2" creationId="{A95E2E6A-35EC-1B8E-0FD7-8C67870ACA64}"/>
          </ac:spMkLst>
        </pc:spChg>
        <pc:spChg chg="mod">
          <ac:chgData name="Tyler Brunelle" userId="a9445cf6952b5880" providerId="LiveId" clId="{7FDE1EA0-6BBD-47E0-9A46-4A95624E9250}" dt="2026-02-17T22:05:45.581" v="1512" actId="20577"/>
          <ac:spMkLst>
            <pc:docMk/>
            <pc:sldMk cId="103458723" sldId="281"/>
            <ac:spMk id="12" creationId="{554B61B9-26F6-B304-92CD-03053DAAF2A8}"/>
          </ac:spMkLst>
        </pc:spChg>
        <pc:spChg chg="mod">
          <ac:chgData name="Tyler Brunelle" userId="a9445cf6952b5880" providerId="LiveId" clId="{7FDE1EA0-6BBD-47E0-9A46-4A95624E9250}" dt="2026-01-27T23:53:22.834" v="931" actId="20577"/>
          <ac:spMkLst>
            <pc:docMk/>
            <pc:sldMk cId="103458723" sldId="281"/>
            <ac:spMk id="35" creationId="{EDBE6233-75E9-40D1-968F-58CA9AD0FF50}"/>
          </ac:spMkLst>
        </pc:spChg>
        <pc:spChg chg="mod">
          <ac:chgData name="Tyler Brunelle" userId="a9445cf6952b5880" providerId="LiveId" clId="{7FDE1EA0-6BBD-47E0-9A46-4A95624E9250}" dt="2026-02-17T22:05:30.570" v="1500" actId="20577"/>
          <ac:spMkLst>
            <pc:docMk/>
            <pc:sldMk cId="103458723" sldId="281"/>
            <ac:spMk id="50" creationId="{8F6B2AE9-DDE4-FD99-A235-3B39EEE21481}"/>
          </ac:spMkLst>
        </pc:spChg>
      </pc:sldChg>
      <pc:sldChg chg="modSp mod">
        <pc:chgData name="Tyler Brunelle" userId="a9445cf6952b5880" providerId="LiveId" clId="{7FDE1EA0-6BBD-47E0-9A46-4A95624E9250}" dt="2026-02-17T22:07:51.981" v="1883" actId="20577"/>
        <pc:sldMkLst>
          <pc:docMk/>
          <pc:sldMk cId="551596546" sldId="287"/>
        </pc:sldMkLst>
        <pc:spChg chg="mod">
          <ac:chgData name="Tyler Brunelle" userId="a9445cf6952b5880" providerId="LiveId" clId="{7FDE1EA0-6BBD-47E0-9A46-4A95624E9250}" dt="2026-02-17T22:06:02.757" v="1517" actId="20577"/>
          <ac:spMkLst>
            <pc:docMk/>
            <pc:sldMk cId="551596546" sldId="287"/>
            <ac:spMk id="2" creationId="{3F1A8573-80B9-8BAF-F340-BF83BE1E4A8D}"/>
          </ac:spMkLst>
        </pc:spChg>
        <pc:spChg chg="mod">
          <ac:chgData name="Tyler Brunelle" userId="a9445cf6952b5880" providerId="LiveId" clId="{7FDE1EA0-6BBD-47E0-9A46-4A95624E9250}" dt="2026-02-17T22:07:51.981" v="1883" actId="20577"/>
          <ac:spMkLst>
            <pc:docMk/>
            <pc:sldMk cId="551596546" sldId="287"/>
            <ac:spMk id="3" creationId="{E56E5353-96BF-EE9B-C566-6B6C2EB06D42}"/>
          </ac:spMkLst>
        </pc:spChg>
      </pc:sldChg>
      <pc:sldChg chg="modSp del mod">
        <pc:chgData name="Tyler Brunelle" userId="a9445cf6952b5880" providerId="LiveId" clId="{7FDE1EA0-6BBD-47E0-9A46-4A95624E9250}" dt="2026-02-17T22:40:44.300" v="3477" actId="47"/>
        <pc:sldMkLst>
          <pc:docMk/>
          <pc:sldMk cId="3016476078" sldId="294"/>
        </pc:sldMkLst>
        <pc:spChg chg="mod">
          <ac:chgData name="Tyler Brunelle" userId="a9445cf6952b5880" providerId="LiveId" clId="{7FDE1EA0-6BBD-47E0-9A46-4A95624E9250}" dt="2026-01-28T00:48:59.974" v="1284" actId="20577"/>
          <ac:spMkLst>
            <pc:docMk/>
            <pc:sldMk cId="3016476078" sldId="294"/>
            <ac:spMk id="4" creationId="{D7D7015F-7CD0-BEC5-548D-AD34172023CC}"/>
          </ac:spMkLst>
        </pc:spChg>
      </pc:sldChg>
      <pc:sldChg chg="modSp mod">
        <pc:chgData name="Tyler Brunelle" userId="a9445cf6952b5880" providerId="LiveId" clId="{7FDE1EA0-6BBD-47E0-9A46-4A95624E9250}" dt="2026-02-17T22:40:50.653" v="3478"/>
        <pc:sldMkLst>
          <pc:docMk/>
          <pc:sldMk cId="1130053353" sldId="295"/>
        </pc:sldMkLst>
        <pc:spChg chg="mod">
          <ac:chgData name="Tyler Brunelle" userId="a9445cf6952b5880" providerId="LiveId" clId="{7FDE1EA0-6BBD-47E0-9A46-4A95624E9250}" dt="2026-02-17T22:40:50.653" v="3478"/>
          <ac:spMkLst>
            <pc:docMk/>
            <pc:sldMk cId="1130053353" sldId="295"/>
            <ac:spMk id="3" creationId="{1CA56BCB-ABC6-1903-99D9-724DF72E4F95}"/>
          </ac:spMkLst>
        </pc:spChg>
      </pc:sldChg>
      <pc:sldChg chg="addSp modSp mod">
        <pc:chgData name="Tyler Brunelle" userId="a9445cf6952b5880" providerId="LiveId" clId="{7FDE1EA0-6BBD-47E0-9A46-4A95624E9250}" dt="2026-02-17T22:33:41.042" v="2578" actId="27636"/>
        <pc:sldMkLst>
          <pc:docMk/>
          <pc:sldMk cId="2767240067" sldId="297"/>
        </pc:sldMkLst>
        <pc:spChg chg="mod">
          <ac:chgData name="Tyler Brunelle" userId="a9445cf6952b5880" providerId="LiveId" clId="{7FDE1EA0-6BBD-47E0-9A46-4A95624E9250}" dt="2026-02-17T22:31:14.402" v="2326" actId="20577"/>
          <ac:spMkLst>
            <pc:docMk/>
            <pc:sldMk cId="2767240067" sldId="297"/>
            <ac:spMk id="2" creationId="{D5E976DC-4280-19B2-20E3-E88A97CDBC7A}"/>
          </ac:spMkLst>
        </pc:spChg>
        <pc:spChg chg="mod">
          <ac:chgData name="Tyler Brunelle" userId="a9445cf6952b5880" providerId="LiveId" clId="{7FDE1EA0-6BBD-47E0-9A46-4A95624E9250}" dt="2026-02-17T22:33:41.042" v="2578" actId="27636"/>
          <ac:spMkLst>
            <pc:docMk/>
            <pc:sldMk cId="2767240067" sldId="297"/>
            <ac:spMk id="3" creationId="{BAB74AE7-47BA-DA74-F968-FAC4D394141C}"/>
          </ac:spMkLst>
        </pc:spChg>
        <pc:picChg chg="add mod">
          <ac:chgData name="Tyler Brunelle" userId="a9445cf6952b5880" providerId="LiveId" clId="{7FDE1EA0-6BBD-47E0-9A46-4A95624E9250}" dt="2026-02-17T22:33:19.740" v="2559" actId="1076"/>
          <ac:picMkLst>
            <pc:docMk/>
            <pc:sldMk cId="2767240067" sldId="297"/>
            <ac:picMk id="6" creationId="{3191B9B8-DE0D-21CE-3CB9-EE082F7B3CF8}"/>
          </ac:picMkLst>
        </pc:picChg>
      </pc:sldChg>
      <pc:sldChg chg="addSp modSp new del mod modClrScheme chgLayout">
        <pc:chgData name="Tyler Brunelle" userId="a9445cf6952b5880" providerId="LiveId" clId="{7FDE1EA0-6BBD-47E0-9A46-4A95624E9250}" dt="2026-02-17T22:40:44.300" v="3477" actId="47"/>
        <pc:sldMkLst>
          <pc:docMk/>
          <pc:sldMk cId="951781092" sldId="298"/>
        </pc:sldMkLst>
        <pc:spChg chg="mod">
          <ac:chgData name="Tyler Brunelle" userId="a9445cf6952b5880" providerId="LiveId" clId="{7FDE1EA0-6BBD-47E0-9A46-4A95624E9250}" dt="2026-01-28T00:48:13.393" v="1246" actId="26606"/>
          <ac:spMkLst>
            <pc:docMk/>
            <pc:sldMk cId="951781092" sldId="298"/>
            <ac:spMk id="2" creationId="{88CD599F-AA9B-A331-0353-8A9CE3C47961}"/>
          </ac:spMkLst>
        </pc:spChg>
        <pc:spChg chg="mod">
          <ac:chgData name="Tyler Brunelle" userId="a9445cf6952b5880" providerId="LiveId" clId="{7FDE1EA0-6BBD-47E0-9A46-4A95624E9250}" dt="2026-01-28T00:48:42.113" v="1270" actId="20577"/>
          <ac:spMkLst>
            <pc:docMk/>
            <pc:sldMk cId="951781092" sldId="298"/>
            <ac:spMk id="3" creationId="{41447C70-4F68-0A10-BC52-1E48990DB5A2}"/>
          </ac:spMkLst>
        </pc:spChg>
        <pc:spChg chg="mod ord modVis">
          <ac:chgData name="Tyler Brunelle" userId="a9445cf6952b5880" providerId="LiveId" clId="{7FDE1EA0-6BBD-47E0-9A46-4A95624E9250}" dt="2026-01-28T00:48:13.393" v="1246" actId="26606"/>
          <ac:spMkLst>
            <pc:docMk/>
            <pc:sldMk cId="951781092" sldId="298"/>
            <ac:spMk id="4" creationId="{D790097D-3BF6-B552-F77F-5885097DD0DF}"/>
          </ac:spMkLst>
        </pc:spChg>
        <pc:picChg chg="add mod">
          <ac:chgData name="Tyler Brunelle" userId="a9445cf6952b5880" providerId="LiveId" clId="{7FDE1EA0-6BBD-47E0-9A46-4A95624E9250}" dt="2026-01-28T00:48:18.541" v="1248" actId="1076"/>
          <ac:picMkLst>
            <pc:docMk/>
            <pc:sldMk cId="951781092" sldId="298"/>
            <ac:picMk id="6" creationId="{0A098298-0DDE-31A8-734A-3E2B31984EE5}"/>
          </ac:picMkLst>
        </pc:picChg>
      </pc:sldChg>
      <pc:sldChg chg="modSp add del mod">
        <pc:chgData name="Tyler Brunelle" userId="a9445cf6952b5880" providerId="LiveId" clId="{7FDE1EA0-6BBD-47E0-9A46-4A95624E9250}" dt="2026-02-17T22:40:44.300" v="3477" actId="47"/>
        <pc:sldMkLst>
          <pc:docMk/>
          <pc:sldMk cId="2166597072" sldId="299"/>
        </pc:sldMkLst>
        <pc:spChg chg="mod">
          <ac:chgData name="Tyler Brunelle" userId="a9445cf6952b5880" providerId="LiveId" clId="{7FDE1EA0-6BBD-47E0-9A46-4A95624E9250}" dt="2026-01-27T23:56:14.308" v="1088" actId="20577"/>
          <ac:spMkLst>
            <pc:docMk/>
            <pc:sldMk cId="2166597072" sldId="299"/>
            <ac:spMk id="2" creationId="{50758BDA-F74D-8E61-6666-14CF7EF20A85}"/>
          </ac:spMkLst>
        </pc:spChg>
        <pc:spChg chg="mod">
          <ac:chgData name="Tyler Brunelle" userId="a9445cf6952b5880" providerId="LiveId" clId="{7FDE1EA0-6BBD-47E0-9A46-4A95624E9250}" dt="2026-01-28T22:33:20.859" v="1381" actId="27636"/>
          <ac:spMkLst>
            <pc:docMk/>
            <pc:sldMk cId="2166597072" sldId="299"/>
            <ac:spMk id="3" creationId="{A380B3B5-2D9E-FF65-23F6-47EE3351D8EB}"/>
          </ac:spMkLst>
        </pc:spChg>
      </pc:sldChg>
      <pc:sldChg chg="modSp add mod">
        <pc:chgData name="Tyler Brunelle" userId="a9445cf6952b5880" providerId="LiveId" clId="{7FDE1EA0-6BBD-47E0-9A46-4A95624E9250}" dt="2026-02-17T22:31:05.448" v="2305" actId="20577"/>
        <pc:sldMkLst>
          <pc:docMk/>
          <pc:sldMk cId="1829611713" sldId="300"/>
        </pc:sldMkLst>
        <pc:spChg chg="mod">
          <ac:chgData name="Tyler Brunelle" userId="a9445cf6952b5880" providerId="LiveId" clId="{7FDE1EA0-6BBD-47E0-9A46-4A95624E9250}" dt="2026-02-17T22:08:13.749" v="1931" actId="20577"/>
          <ac:spMkLst>
            <pc:docMk/>
            <pc:sldMk cId="1829611713" sldId="300"/>
            <ac:spMk id="2" creationId="{A0F7FD61-DF06-2798-81F8-20AFF9278EFB}"/>
          </ac:spMkLst>
        </pc:spChg>
        <pc:spChg chg="mod">
          <ac:chgData name="Tyler Brunelle" userId="a9445cf6952b5880" providerId="LiveId" clId="{7FDE1EA0-6BBD-47E0-9A46-4A95624E9250}" dt="2026-02-17T22:08:16.400" v="1937" actId="20577"/>
          <ac:spMkLst>
            <pc:docMk/>
            <pc:sldMk cId="1829611713" sldId="300"/>
            <ac:spMk id="12" creationId="{69C0220E-85E9-B7C4-4AF5-8D90E05C573C}"/>
          </ac:spMkLst>
        </pc:spChg>
        <pc:spChg chg="mod">
          <ac:chgData name="Tyler Brunelle" userId="a9445cf6952b5880" providerId="LiveId" clId="{7FDE1EA0-6BBD-47E0-9A46-4A95624E9250}" dt="2026-02-17T22:08:18.770" v="1943" actId="20577"/>
          <ac:spMkLst>
            <pc:docMk/>
            <pc:sldMk cId="1829611713" sldId="300"/>
            <ac:spMk id="14" creationId="{8EF040D3-89D4-B3B7-E8DC-171186440D3B}"/>
          </ac:spMkLst>
        </pc:spChg>
        <pc:spChg chg="mod">
          <ac:chgData name="Tyler Brunelle" userId="a9445cf6952b5880" providerId="LiveId" clId="{7FDE1EA0-6BBD-47E0-9A46-4A95624E9250}" dt="2026-02-17T22:30:03.061" v="2212" actId="20577"/>
          <ac:spMkLst>
            <pc:docMk/>
            <pc:sldMk cId="1829611713" sldId="300"/>
            <ac:spMk id="35" creationId="{2A8931A5-5692-8D22-44FA-0CA00DD996F6}"/>
          </ac:spMkLst>
        </pc:spChg>
        <pc:spChg chg="mod">
          <ac:chgData name="Tyler Brunelle" userId="a9445cf6952b5880" providerId="LiveId" clId="{7FDE1EA0-6BBD-47E0-9A46-4A95624E9250}" dt="2026-02-17T22:31:05.448" v="2305" actId="20577"/>
          <ac:spMkLst>
            <pc:docMk/>
            <pc:sldMk cId="1829611713" sldId="300"/>
            <ac:spMk id="50" creationId="{CB599271-2187-363A-1FF6-B7A6D28E2902}"/>
          </ac:spMkLst>
        </pc:spChg>
      </pc:sldChg>
      <pc:sldChg chg="addSp delSp modSp add mod">
        <pc:chgData name="Tyler Brunelle" userId="a9445cf6952b5880" providerId="LiveId" clId="{7FDE1EA0-6BBD-47E0-9A46-4A95624E9250}" dt="2026-02-17T22:35:15.332" v="2669" actId="1076"/>
        <pc:sldMkLst>
          <pc:docMk/>
          <pc:sldMk cId="2188385468" sldId="301"/>
        </pc:sldMkLst>
        <pc:spChg chg="mod">
          <ac:chgData name="Tyler Brunelle" userId="a9445cf6952b5880" providerId="LiveId" clId="{7FDE1EA0-6BBD-47E0-9A46-4A95624E9250}" dt="2026-02-17T22:33:51.251" v="2591" actId="20577"/>
          <ac:spMkLst>
            <pc:docMk/>
            <pc:sldMk cId="2188385468" sldId="301"/>
            <ac:spMk id="2" creationId="{91AA6964-6595-9FC0-A454-123104934414}"/>
          </ac:spMkLst>
        </pc:spChg>
        <pc:spChg chg="mod">
          <ac:chgData name="Tyler Brunelle" userId="a9445cf6952b5880" providerId="LiveId" clId="{7FDE1EA0-6BBD-47E0-9A46-4A95624E9250}" dt="2026-02-17T22:34:30.791" v="2654" actId="20577"/>
          <ac:spMkLst>
            <pc:docMk/>
            <pc:sldMk cId="2188385468" sldId="301"/>
            <ac:spMk id="3" creationId="{4E5907A5-7CDB-2D82-0821-9130AD345D50}"/>
          </ac:spMkLst>
        </pc:spChg>
        <pc:picChg chg="del">
          <ac:chgData name="Tyler Brunelle" userId="a9445cf6952b5880" providerId="LiveId" clId="{7FDE1EA0-6BBD-47E0-9A46-4A95624E9250}" dt="2026-02-17T22:33:52.215" v="2592" actId="478"/>
          <ac:picMkLst>
            <pc:docMk/>
            <pc:sldMk cId="2188385468" sldId="301"/>
            <ac:picMk id="6" creationId="{4D42F34C-055C-15FB-6CAF-F76823A5DFA7}"/>
          </ac:picMkLst>
        </pc:picChg>
        <pc:picChg chg="add mod">
          <ac:chgData name="Tyler Brunelle" userId="a9445cf6952b5880" providerId="LiveId" clId="{7FDE1EA0-6BBD-47E0-9A46-4A95624E9250}" dt="2026-02-17T22:35:15.332" v="2669" actId="1076"/>
          <ac:picMkLst>
            <pc:docMk/>
            <pc:sldMk cId="2188385468" sldId="301"/>
            <ac:picMk id="1026" creationId="{73856D1D-26B1-F862-F0CD-974AF7E84BC9}"/>
          </ac:picMkLst>
        </pc:picChg>
      </pc:sldChg>
      <pc:sldChg chg="modSp add mod">
        <pc:chgData name="Tyler Brunelle" userId="a9445cf6952b5880" providerId="LiveId" clId="{7FDE1EA0-6BBD-47E0-9A46-4A95624E9250}" dt="2026-02-17T22:36:49.825" v="2730" actId="20577"/>
        <pc:sldMkLst>
          <pc:docMk/>
          <pc:sldMk cId="346971022" sldId="302"/>
        </pc:sldMkLst>
        <pc:spChg chg="mod">
          <ac:chgData name="Tyler Brunelle" userId="a9445cf6952b5880" providerId="LiveId" clId="{7FDE1EA0-6BBD-47E0-9A46-4A95624E9250}" dt="2026-02-17T22:35:04.202" v="2665" actId="20577"/>
          <ac:spMkLst>
            <pc:docMk/>
            <pc:sldMk cId="346971022" sldId="302"/>
            <ac:spMk id="2" creationId="{213ADFBF-27E0-BC5A-F207-41E4A005996D}"/>
          </ac:spMkLst>
        </pc:spChg>
        <pc:spChg chg="mod">
          <ac:chgData name="Tyler Brunelle" userId="a9445cf6952b5880" providerId="LiveId" clId="{7FDE1EA0-6BBD-47E0-9A46-4A95624E9250}" dt="2026-02-17T22:36:49.825" v="2730" actId="20577"/>
          <ac:spMkLst>
            <pc:docMk/>
            <pc:sldMk cId="346971022" sldId="302"/>
            <ac:spMk id="3" creationId="{883C0050-62D4-81D1-2D9B-291B1D017632}"/>
          </ac:spMkLst>
        </pc:spChg>
      </pc:sldChg>
      <pc:sldChg chg="modSp add mod">
        <pc:chgData name="Tyler Brunelle" userId="a9445cf6952b5880" providerId="LiveId" clId="{7FDE1EA0-6BBD-47E0-9A46-4A95624E9250}" dt="2026-02-17T22:38:09.734" v="2962" actId="20577"/>
        <pc:sldMkLst>
          <pc:docMk/>
          <pc:sldMk cId="4282009239" sldId="303"/>
        </pc:sldMkLst>
        <pc:spChg chg="mod">
          <ac:chgData name="Tyler Brunelle" userId="a9445cf6952b5880" providerId="LiveId" clId="{7FDE1EA0-6BBD-47E0-9A46-4A95624E9250}" dt="2026-02-17T22:36:59.884" v="2738" actId="20577"/>
          <ac:spMkLst>
            <pc:docMk/>
            <pc:sldMk cId="4282009239" sldId="303"/>
            <ac:spMk id="2" creationId="{5A7FA8D3-4BAC-9D91-0A29-BEFD2334C194}"/>
          </ac:spMkLst>
        </pc:spChg>
        <pc:spChg chg="mod">
          <ac:chgData name="Tyler Brunelle" userId="a9445cf6952b5880" providerId="LiveId" clId="{7FDE1EA0-6BBD-47E0-9A46-4A95624E9250}" dt="2026-02-17T22:38:09.734" v="2962" actId="20577"/>
          <ac:spMkLst>
            <pc:docMk/>
            <pc:sldMk cId="4282009239" sldId="303"/>
            <ac:spMk id="3" creationId="{2729F5FB-39E6-A7AD-205B-D1C229E004C6}"/>
          </ac:spMkLst>
        </pc:spChg>
      </pc:sldChg>
      <pc:sldChg chg="modSp add mod">
        <pc:chgData name="Tyler Brunelle" userId="a9445cf6952b5880" providerId="LiveId" clId="{7FDE1EA0-6BBD-47E0-9A46-4A95624E9250}" dt="2026-02-17T22:40:30.368" v="3476" actId="20577"/>
        <pc:sldMkLst>
          <pc:docMk/>
          <pc:sldMk cId="1075004329" sldId="304"/>
        </pc:sldMkLst>
        <pc:spChg chg="mod">
          <ac:chgData name="Tyler Brunelle" userId="a9445cf6952b5880" providerId="LiveId" clId="{7FDE1EA0-6BBD-47E0-9A46-4A95624E9250}" dt="2026-02-17T22:38:22.450" v="2985" actId="20577"/>
          <ac:spMkLst>
            <pc:docMk/>
            <pc:sldMk cId="1075004329" sldId="304"/>
            <ac:spMk id="2" creationId="{CDCA6214-7286-6F9A-B6BD-AB31A5C86023}"/>
          </ac:spMkLst>
        </pc:spChg>
        <pc:spChg chg="mod">
          <ac:chgData name="Tyler Brunelle" userId="a9445cf6952b5880" providerId="LiveId" clId="{7FDE1EA0-6BBD-47E0-9A46-4A95624E9250}" dt="2026-02-17T22:40:30.368" v="3476" actId="20577"/>
          <ac:spMkLst>
            <pc:docMk/>
            <pc:sldMk cId="1075004329" sldId="304"/>
            <ac:spMk id="3" creationId="{B2927886-AD08-CFC5-BE6E-DFE49FF1D78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5ADCE-9C74-8601-8466-D3F769A00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B1D731-B1F3-509E-D41F-86086F45E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62A14-3D03-740C-838B-13BC4D139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407B9-22F9-3920-91BA-3ED9E0FD6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094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B68A2-0C95-35A9-E154-44FE29358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C20A31-2977-2ADF-B166-9D75DFC3E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AC28F-8159-7F84-D71F-8CAE8569E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0D120-BD7A-FCF5-19C7-95C582112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82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5523939" cy="3200400"/>
          </a:xfrm>
        </p:spPr>
        <p:txBody>
          <a:bodyPr anchor="ctr"/>
          <a:lstStyle/>
          <a:p>
            <a:r>
              <a:rPr lang="en-US" sz="2800" dirty="0"/>
              <a:t>Virtual </a:t>
            </a:r>
            <a:r>
              <a:rPr lang="en-US" sz="2800" dirty="0" err="1"/>
              <a:t>Afwi</a:t>
            </a:r>
            <a:br>
              <a:rPr lang="en-US" dirty="0"/>
            </a:br>
            <a:r>
              <a:rPr lang="en-US" sz="2000" dirty="0"/>
              <a:t>Tyler Brunelle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526890"/>
            <a:ext cx="3159843" cy="3746091"/>
          </a:xfrm>
        </p:spPr>
        <p:txBody>
          <a:bodyPr>
            <a:normAutofit/>
          </a:bodyPr>
          <a:lstStyle/>
          <a:p>
            <a:r>
              <a:rPr lang="en-US" sz="1600" dirty="0"/>
              <a:t>Background</a:t>
            </a:r>
          </a:p>
          <a:p>
            <a:r>
              <a:rPr lang="en-US" sz="1600" dirty="0"/>
              <a:t>Goals</a:t>
            </a:r>
          </a:p>
          <a:p>
            <a:r>
              <a:rPr lang="en-US" sz="1600" dirty="0"/>
              <a:t>Merits / Impact</a:t>
            </a:r>
          </a:p>
          <a:p>
            <a:r>
              <a:rPr lang="en-US" sz="1600" dirty="0"/>
              <a:t>Design Specifications</a:t>
            </a:r>
          </a:p>
          <a:p>
            <a:r>
              <a:rPr lang="en-US" sz="1600" dirty="0"/>
              <a:t>Technologies</a:t>
            </a:r>
          </a:p>
          <a:p>
            <a:r>
              <a:rPr lang="en-US" sz="1600" dirty="0"/>
              <a:t>Milestones</a:t>
            </a:r>
          </a:p>
          <a:p>
            <a:r>
              <a:rPr lang="en-US" sz="1600" dirty="0"/>
              <a:t>Results</a:t>
            </a:r>
          </a:p>
          <a:p>
            <a:r>
              <a:rPr lang="en-US" sz="1600" dirty="0"/>
              <a:t>Challenges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54B61B9-26F6-B304-92CD-03053DAAF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Virtual AFWI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8F6B2AE9-DDE4-FD99-A235-3B39EEE2148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3392035"/>
            <a:ext cx="3302012" cy="29071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Tyler Brunelle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B9F9E8B-42CD-AC26-AFC9-F1F66695693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177668" y="2960877"/>
            <a:ext cx="5516880" cy="351284"/>
          </a:xfrm>
        </p:spPr>
        <p:txBody>
          <a:bodyPr/>
          <a:lstStyle/>
          <a:p>
            <a:r>
              <a:rPr lang="en-US" dirty="0"/>
              <a:t>Project Advisor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177668" y="3324859"/>
            <a:ext cx="5506720" cy="3031489"/>
          </a:xfrm>
        </p:spPr>
        <p:txBody>
          <a:bodyPr>
            <a:normAutofit/>
          </a:bodyPr>
          <a:lstStyle/>
          <a:p>
            <a:r>
              <a:rPr lang="en-US" dirty="0"/>
              <a:t>Dr. Hrishikesh Bhide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A8573-80B9-8BAF-F340-BF83BE1E4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E5353-96BF-EE9B-C566-6B6C2EB06D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u="sng" dirty="0"/>
              <a:t>Players/Instructors</a:t>
            </a:r>
            <a:r>
              <a:rPr lang="en-US" b="0" dirty="0"/>
              <a:t>: Easy access, simple UI, consistent enforcement of mechanics</a:t>
            </a:r>
            <a:endParaRPr lang="en-US" u="sng" dirty="0"/>
          </a:p>
          <a:p>
            <a:r>
              <a:rPr lang="en-US" u="sng" dirty="0"/>
              <a:t>Tutorial</a:t>
            </a:r>
            <a:r>
              <a:rPr lang="en-US" b="0" dirty="0"/>
              <a:t>: Ease players into the game with simple tutorial</a:t>
            </a:r>
            <a:endParaRPr lang="en-US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23FB-7145-77D4-367B-D9C976443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96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AB094-6727-0DF9-9FDA-68F303BB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7FD61-DF06-2798-81F8-20AFF9278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Intellectual Merits &amp; Broader Impact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C0220E-85E9-B7C4-4AF5-8D90E05C5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Merits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CB599271-2187-363A-1FF6-B7A6D28E290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3392035"/>
            <a:ext cx="3302012" cy="29071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First attempt at a video game</a:t>
            </a:r>
          </a:p>
          <a:p>
            <a:pPr marL="0" indent="0">
              <a:buNone/>
            </a:pPr>
            <a:r>
              <a:rPr lang="en-US" dirty="0"/>
              <a:t>Design of a turn-action system</a:t>
            </a:r>
          </a:p>
          <a:p>
            <a:pPr marL="0" indent="0">
              <a:buNone/>
            </a:pPr>
            <a:r>
              <a:rPr lang="en-US" dirty="0"/>
              <a:t>Made in Python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EF040D3-89D4-B3B7-E8DC-171186440D3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177668" y="2960877"/>
            <a:ext cx="5516880" cy="351284"/>
          </a:xfrm>
        </p:spPr>
        <p:txBody>
          <a:bodyPr/>
          <a:lstStyle/>
          <a:p>
            <a:r>
              <a:rPr lang="en-US" dirty="0"/>
              <a:t>Impact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2A8931A5-5692-8D22-44FA-0CA00DD996F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177668" y="3324859"/>
            <a:ext cx="5506720" cy="3031489"/>
          </a:xfrm>
        </p:spPr>
        <p:txBody>
          <a:bodyPr>
            <a:normAutofit/>
          </a:bodyPr>
          <a:lstStyle/>
          <a:p>
            <a:r>
              <a:rPr lang="en-US" dirty="0"/>
              <a:t>Quicker learning across the nation</a:t>
            </a:r>
          </a:p>
          <a:p>
            <a:r>
              <a:rPr lang="en-US" dirty="0"/>
              <a:t>More accessible to potential players</a:t>
            </a:r>
          </a:p>
          <a:p>
            <a:r>
              <a:rPr lang="en-US" dirty="0"/>
              <a:t>Improved and standard understanding of the game come special AFROTC training events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7C5F526-ED65-9305-9511-C38755B0E1F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611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D7A22-A90A-158F-A3DC-E096F41AE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976DC-4280-19B2-20E3-E88A97CDB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74AE7-47BA-DA74-F968-FAC4D39414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High-Level Modules</a:t>
            </a:r>
          </a:p>
          <a:p>
            <a:pPr marL="569214" lvl="1"/>
            <a:r>
              <a:rPr lang="en-US" b="0" dirty="0"/>
              <a:t>UI</a:t>
            </a:r>
            <a:endParaRPr lang="en-US" dirty="0"/>
          </a:p>
          <a:p>
            <a:pPr marL="569214" lvl="1"/>
            <a:r>
              <a:rPr lang="en-US" dirty="0"/>
              <a:t>Rules Engine</a:t>
            </a:r>
          </a:p>
          <a:p>
            <a:pPr marL="569214" lvl="1"/>
            <a:r>
              <a:rPr lang="en-US" b="0" dirty="0"/>
              <a:t>Game State</a:t>
            </a:r>
          </a:p>
          <a:p>
            <a:pPr marL="569214" lvl="1"/>
            <a:r>
              <a:rPr lang="en-US" dirty="0"/>
              <a:t>Data Assets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 Constraints</a:t>
            </a:r>
          </a:p>
          <a:p>
            <a:pPr marL="569214" lvl="1"/>
            <a:r>
              <a:rPr lang="en-US" dirty="0"/>
              <a:t>Accuracy to Rules</a:t>
            </a:r>
          </a:p>
          <a:p>
            <a:pPr marL="569214" lvl="1"/>
            <a:r>
              <a:rPr lang="en-US" dirty="0"/>
              <a:t>Clear UI for Hidden Info</a:t>
            </a:r>
          </a:p>
          <a:p>
            <a:pPr marL="569214" lvl="1"/>
            <a:r>
              <a:rPr lang="en-US" dirty="0"/>
              <a:t>Demo at Expo</a:t>
            </a:r>
          </a:p>
          <a:p>
            <a:pPr marL="569214"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58F35-9258-2096-B517-9228AD871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91B9B8-DE0D-21CE-3CB9-EE082F7B3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72839"/>
            <a:ext cx="5723116" cy="51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40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2C4CE-3AE8-735F-98BE-F4E96081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A6964-6595-9FC0-A454-123104934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907A5-7CDB-2D82-0821-9130AD345D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UI</a:t>
            </a:r>
          </a:p>
          <a:p>
            <a:pPr marL="569214" lvl="1"/>
            <a:r>
              <a:rPr lang="en-US" dirty="0" err="1"/>
              <a:t>Pygame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/ Assets</a:t>
            </a:r>
          </a:p>
          <a:p>
            <a:pPr marL="569214" lvl="1"/>
            <a:r>
              <a:rPr lang="en-US" dirty="0"/>
              <a:t>JSON/CSV</a:t>
            </a:r>
          </a:p>
          <a:p>
            <a:pPr marL="569214"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912F8-0A64-1CFA-5C63-43D039322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3856D1D-26B1-F862-F0CD-974AF7E84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258" y="2592490"/>
            <a:ext cx="5948516" cy="167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8385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F0301-7771-48A0-AFE1-90733A1F7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ADFBF-27E0-BC5A-F207-41E4A0059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C0050-62D4-81D1-2D9B-291B1D0176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Project Advisor Assessments</a:t>
            </a:r>
          </a:p>
          <a:p>
            <a:pPr marL="569214" lvl="1"/>
            <a:r>
              <a:rPr lang="en-US" dirty="0"/>
              <a:t>12/7/25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Spring Check-In</a:t>
            </a:r>
          </a:p>
          <a:p>
            <a:pPr marL="569214" lvl="1"/>
            <a:r>
              <a:rPr lang="en-US" dirty="0"/>
              <a:t>1/28/26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Expo</a:t>
            </a:r>
          </a:p>
          <a:p>
            <a:pPr marL="569214" lvl="1"/>
            <a:r>
              <a:rPr lang="en-US" dirty="0"/>
              <a:t>4/7/26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1F58F-89FE-81B2-DE6C-041E182E4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71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5FC1F-D175-26EE-DAA1-FD1CB0393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FA8D3-4BAC-9D91-0A29-BEFD2334C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9F5FB-39E6-A7AD-205B-D1C229E004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Achieved</a:t>
            </a:r>
          </a:p>
          <a:p>
            <a:pPr marL="569214" lvl="1"/>
            <a:r>
              <a:rPr lang="en-US" dirty="0"/>
              <a:t>Game Loop / Turn System</a:t>
            </a:r>
          </a:p>
          <a:p>
            <a:pPr marL="569214" lvl="1"/>
            <a:r>
              <a:rPr lang="en-US" dirty="0"/>
              <a:t>Board Rendering</a:t>
            </a:r>
          </a:p>
          <a:p>
            <a:pPr marL="569214" lvl="1"/>
            <a:r>
              <a:rPr lang="en-US" dirty="0"/>
              <a:t>Token Placement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Progress</a:t>
            </a:r>
          </a:p>
          <a:p>
            <a:pPr marL="569214" lvl="1"/>
            <a:r>
              <a:rPr lang="en-US" dirty="0"/>
              <a:t>Fog-of-War Mechanics</a:t>
            </a:r>
          </a:p>
          <a:p>
            <a:pPr marL="569214" lvl="1"/>
            <a:r>
              <a:rPr lang="en-US" dirty="0"/>
              <a:t>MAS Mechanics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Remaining</a:t>
            </a:r>
          </a:p>
          <a:p>
            <a:pPr marL="569214" lvl="1"/>
            <a:r>
              <a:rPr lang="en-US" dirty="0"/>
              <a:t>Scoring &amp; Victory Conditions</a:t>
            </a:r>
          </a:p>
          <a:p>
            <a:pPr marL="569214" lvl="1"/>
            <a:r>
              <a:rPr lang="en-US" dirty="0"/>
              <a:t>Tutorial</a:t>
            </a:r>
          </a:p>
          <a:p>
            <a:pPr marL="569214" lvl="1"/>
            <a:r>
              <a:rPr lang="en-US" dirty="0"/>
              <a:t>QA &amp; Bug Fixes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DA074-746C-B94A-EA53-F4DD76731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009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AC4FA-7440-DD98-1737-30B2206BA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A6214-7286-6F9A-B6BD-AB31A5C86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27886-AD08-CFC5-BE6E-DFE49FF1D7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Complex Rules</a:t>
            </a:r>
          </a:p>
          <a:p>
            <a:pPr marL="569214" lvl="1"/>
            <a:r>
              <a:rPr lang="en-US" dirty="0"/>
              <a:t>Translating the complex rules of the game to a streamlined program</a:t>
            </a:r>
          </a:p>
          <a:p>
            <a:pPr marL="569214" lvl="1"/>
            <a:r>
              <a:rPr lang="en-US" dirty="0"/>
              <a:t>Created a basic rules checklist and mapped that to the machine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Hidden Information (Fog-of-War Mechanic)</a:t>
            </a:r>
          </a:p>
          <a:p>
            <a:pPr marL="569214" lvl="1"/>
            <a:r>
              <a:rPr lang="en-US" dirty="0"/>
              <a:t>Cards appear hidden or facedown when initially played, later action reveals them to opponent</a:t>
            </a:r>
          </a:p>
          <a:p>
            <a:pPr marL="569214" lvl="1"/>
            <a:r>
              <a:rPr lang="en-US" dirty="0"/>
              <a:t>Working now on reveal interaction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Asset/Data Organization</a:t>
            </a:r>
          </a:p>
          <a:p>
            <a:pPr marL="569214" lvl="1"/>
            <a:r>
              <a:rPr lang="en-US" dirty="0"/>
              <a:t>Provided a lot of unorganized resources</a:t>
            </a:r>
          </a:p>
          <a:p>
            <a:pPr marL="569214" lvl="1"/>
            <a:r>
              <a:rPr lang="en-US" dirty="0"/>
              <a:t>Cleaned up storage and refined asset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FCFF8-D6E3-3085-08BB-B0842D0B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004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AB40C-8705-B4E1-5CA9-186F11280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5049-3A9F-617A-6BF3-DA94AC1F2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56BCB-ABC6-1903-99D9-724DF72E4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526890"/>
            <a:ext cx="3159843" cy="3746091"/>
          </a:xfrm>
        </p:spPr>
        <p:txBody>
          <a:bodyPr>
            <a:normAutofit/>
          </a:bodyPr>
          <a:lstStyle/>
          <a:p>
            <a:r>
              <a:rPr lang="en-US" sz="1600" dirty="0"/>
              <a:t>Background</a:t>
            </a:r>
          </a:p>
          <a:p>
            <a:r>
              <a:rPr lang="en-US" sz="1600" dirty="0"/>
              <a:t>Goals</a:t>
            </a:r>
          </a:p>
          <a:p>
            <a:r>
              <a:rPr lang="en-US" sz="1600" dirty="0"/>
              <a:t>Merits / Impact</a:t>
            </a:r>
          </a:p>
          <a:p>
            <a:r>
              <a:rPr lang="en-US" sz="1600" dirty="0"/>
              <a:t>Design Specifications</a:t>
            </a:r>
          </a:p>
          <a:p>
            <a:r>
              <a:rPr lang="en-US" sz="1600" dirty="0"/>
              <a:t>Technologies</a:t>
            </a:r>
          </a:p>
          <a:p>
            <a:r>
              <a:rPr lang="en-US" sz="1600" dirty="0"/>
              <a:t>Milestones</a:t>
            </a:r>
          </a:p>
          <a:p>
            <a:r>
              <a:rPr lang="en-US" sz="1600" dirty="0"/>
              <a:t>Results</a:t>
            </a:r>
          </a:p>
          <a:p>
            <a:r>
              <a:rPr lang="en-US" sz="1600" dirty="0"/>
              <a:t>Challenges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D00A401-595A-AAC1-6D9B-9276912A9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05335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287</TotalTime>
  <Words>262</Words>
  <Application>Microsoft Office PowerPoint</Application>
  <PresentationFormat>Widescreen</PresentationFormat>
  <Paragraphs>96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Tenorite</vt:lpstr>
      <vt:lpstr>Custom</vt:lpstr>
      <vt:lpstr>Virtual Afwi Tyler Brunelle</vt:lpstr>
      <vt:lpstr>Overview</vt:lpstr>
      <vt:lpstr>Background</vt:lpstr>
      <vt:lpstr>Goals</vt:lpstr>
      <vt:lpstr>Intellectual Merits &amp; Broader Impact</vt:lpstr>
      <vt:lpstr>Design Specifications</vt:lpstr>
      <vt:lpstr>Technologies</vt:lpstr>
      <vt:lpstr>Milestones</vt:lpstr>
      <vt:lpstr>Results</vt:lpstr>
      <vt:lpstr>Challenges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Brunelle, Tyler (bruneltw)</dc:creator>
  <cp:lastModifiedBy>Brunelle, Tyler (bruneltw)</cp:lastModifiedBy>
  <cp:revision>1</cp:revision>
  <dcterms:created xsi:type="dcterms:W3CDTF">2025-10-27T21:18:59Z</dcterms:created>
  <dcterms:modified xsi:type="dcterms:W3CDTF">2026-02-17T22:40:53Z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