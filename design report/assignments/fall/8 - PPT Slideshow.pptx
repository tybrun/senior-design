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81" r:id="rId8"/>
    <p:sldId id="287" r:id="rId9"/>
    <p:sldId id="288" r:id="rId10"/>
    <p:sldId id="289" r:id="rId11"/>
    <p:sldId id="290" r:id="rId12"/>
    <p:sldId id="291" r:id="rId13"/>
    <p:sldId id="297" r:id="rId14"/>
    <p:sldId id="292" r:id="rId15"/>
    <p:sldId id="293" r:id="rId16"/>
    <p:sldId id="294" r:id="rId17"/>
    <p:sldId id="29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E17F4-F0C0-49D7-AEC4-A642EDAD9AF4}" v="21" dt="2025-10-27T22:10:21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655" autoAdjust="0"/>
  </p:normalViewPr>
  <p:slideViewPr>
    <p:cSldViewPr snapToGrid="0">
      <p:cViewPr varScale="1">
        <p:scale>
          <a:sx n="78" d="100"/>
          <a:sy n="78" d="100"/>
        </p:scale>
        <p:origin x="1109" y="28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Brunelle" userId="a9445cf6952b5880" providerId="LiveId" clId="{7FDE1EA0-6BBD-47E0-9A46-4A95624E9250}"/>
    <pc:docChg chg="undo custSel addSld delSld modSld sldOrd">
      <pc:chgData name="Tyler Brunelle" userId="a9445cf6952b5880" providerId="LiveId" clId="{7FDE1EA0-6BBD-47E0-9A46-4A95624E9250}" dt="2025-10-27T22:11:12.965" v="779" actId="20577"/>
      <pc:docMkLst>
        <pc:docMk/>
      </pc:docMkLst>
      <pc:sldChg chg="modSp mod">
        <pc:chgData name="Tyler Brunelle" userId="a9445cf6952b5880" providerId="LiveId" clId="{7FDE1EA0-6BBD-47E0-9A46-4A95624E9250}" dt="2025-10-27T21:34:04.513" v="8" actId="20577"/>
        <pc:sldMkLst>
          <pc:docMk/>
          <pc:sldMk cId="3571516367" sldId="258"/>
        </pc:sldMkLst>
        <pc:spChg chg="mod">
          <ac:chgData name="Tyler Brunelle" userId="a9445cf6952b5880" providerId="LiveId" clId="{7FDE1EA0-6BBD-47E0-9A46-4A95624E9250}" dt="2025-10-27T21:34:04.513" v="8" actId="20577"/>
          <ac:spMkLst>
            <pc:docMk/>
            <pc:sldMk cId="3571516367" sldId="258"/>
            <ac:spMk id="3" creationId="{9D5232F9-FD00-464A-9F17-619C91AEF8F3}"/>
          </ac:spMkLst>
        </pc:spChg>
      </pc:sldChg>
      <pc:sldChg chg="add del">
        <pc:chgData name="Tyler Brunelle" userId="a9445cf6952b5880" providerId="LiveId" clId="{7FDE1EA0-6BBD-47E0-9A46-4A95624E9250}" dt="2025-10-27T21:42:38.894" v="596" actId="47"/>
        <pc:sldMkLst>
          <pc:docMk/>
          <pc:sldMk cId="1742861620" sldId="266"/>
        </pc:sldMkLst>
      </pc:sldChg>
      <pc:sldChg chg="modSp add del mod">
        <pc:chgData name="Tyler Brunelle" userId="a9445cf6952b5880" providerId="LiveId" clId="{7FDE1EA0-6BBD-47E0-9A46-4A95624E9250}" dt="2025-10-27T21:43:24.849" v="649" actId="47"/>
        <pc:sldMkLst>
          <pc:docMk/>
          <pc:sldMk cId="1969787568" sldId="271"/>
        </pc:sldMkLst>
        <pc:spChg chg="mod">
          <ac:chgData name="Tyler Brunelle" userId="a9445cf6952b5880" providerId="LiveId" clId="{7FDE1EA0-6BBD-47E0-9A46-4A95624E9250}" dt="2025-10-27T21:42:24.847" v="588" actId="20577"/>
          <ac:spMkLst>
            <pc:docMk/>
            <pc:sldMk cId="1969787568" sldId="271"/>
            <ac:spMk id="3" creationId="{AF64C29E-DF30-4DC6-AB95-2016F9A703B6}"/>
          </ac:spMkLst>
        </pc:spChg>
      </pc:sldChg>
      <pc:sldChg chg="del">
        <pc:chgData name="Tyler Brunelle" userId="a9445cf6952b5880" providerId="LiveId" clId="{7FDE1EA0-6BBD-47E0-9A46-4A95624E9250}" dt="2025-10-27T21:43:21.653" v="648" actId="47"/>
        <pc:sldMkLst>
          <pc:docMk/>
          <pc:sldMk cId="608796113" sldId="278"/>
        </pc:sldMkLst>
      </pc:sldChg>
      <pc:sldChg chg="del">
        <pc:chgData name="Tyler Brunelle" userId="a9445cf6952b5880" providerId="LiveId" clId="{7FDE1EA0-6BBD-47E0-9A46-4A95624E9250}" dt="2025-10-27T21:38:43.115" v="223" actId="47"/>
        <pc:sldMkLst>
          <pc:docMk/>
          <pc:sldMk cId="2241459136" sldId="279"/>
        </pc:sldMkLst>
      </pc:sldChg>
      <pc:sldChg chg="modSp mod modClrScheme chgLayout">
        <pc:chgData name="Tyler Brunelle" userId="a9445cf6952b5880" providerId="LiveId" clId="{7FDE1EA0-6BBD-47E0-9A46-4A95624E9250}" dt="2025-10-27T21:38:37.279" v="222" actId="1076"/>
        <pc:sldMkLst>
          <pc:docMk/>
          <pc:sldMk cId="103458723" sldId="281"/>
        </pc:sldMkLst>
        <pc:spChg chg="mod ord">
          <ac:chgData name="Tyler Brunelle" userId="a9445cf6952b5880" providerId="LiveId" clId="{7FDE1EA0-6BBD-47E0-9A46-4A95624E9250}" dt="2025-10-27T21:38:09.495" v="206" actId="700"/>
          <ac:spMkLst>
            <pc:docMk/>
            <pc:sldMk cId="103458723" sldId="281"/>
            <ac:spMk id="2" creationId="{A95E2E6A-35EC-1B8E-0FD7-8C67870ACA64}"/>
          </ac:spMkLst>
        </pc:spChg>
        <pc:spChg chg="mod ord">
          <ac:chgData name="Tyler Brunelle" userId="a9445cf6952b5880" providerId="LiveId" clId="{7FDE1EA0-6BBD-47E0-9A46-4A95624E9250}" dt="2025-10-27T21:38:09.495" v="206" actId="700"/>
          <ac:spMkLst>
            <pc:docMk/>
            <pc:sldMk cId="103458723" sldId="281"/>
            <ac:spMk id="8" creationId="{8F44A959-C2BB-9170-C99C-1A2EDB71B994}"/>
          </ac:spMkLst>
        </pc:spChg>
        <pc:spChg chg="mod ord">
          <ac:chgData name="Tyler Brunelle" userId="a9445cf6952b5880" providerId="LiveId" clId="{7FDE1EA0-6BBD-47E0-9A46-4A95624E9250}" dt="2025-10-27T21:38:09.495" v="206" actId="700"/>
          <ac:spMkLst>
            <pc:docMk/>
            <pc:sldMk cId="103458723" sldId="281"/>
            <ac:spMk id="12" creationId="{554B61B9-26F6-B304-92CD-03053DAAF2A8}"/>
          </ac:spMkLst>
        </pc:spChg>
        <pc:spChg chg="mod ord">
          <ac:chgData name="Tyler Brunelle" userId="a9445cf6952b5880" providerId="LiveId" clId="{7FDE1EA0-6BBD-47E0-9A46-4A95624E9250}" dt="2025-10-27T21:38:37.279" v="222" actId="1076"/>
          <ac:spMkLst>
            <pc:docMk/>
            <pc:sldMk cId="103458723" sldId="281"/>
            <ac:spMk id="14" creationId="{CB9F9E8B-42CD-AC26-AFC9-F1F66695693B}"/>
          </ac:spMkLst>
        </pc:spChg>
        <pc:spChg chg="mod ord">
          <ac:chgData name="Tyler Brunelle" userId="a9445cf6952b5880" providerId="LiveId" clId="{7FDE1EA0-6BBD-47E0-9A46-4A95624E9250}" dt="2025-10-27T21:38:37.279" v="222" actId="1076"/>
          <ac:spMkLst>
            <pc:docMk/>
            <pc:sldMk cId="103458723" sldId="281"/>
            <ac:spMk id="35" creationId="{EDBE6233-75E9-40D1-968F-58CA9AD0FF50}"/>
          </ac:spMkLst>
        </pc:spChg>
        <pc:spChg chg="mod ord">
          <ac:chgData name="Tyler Brunelle" userId="a9445cf6952b5880" providerId="LiveId" clId="{7FDE1EA0-6BBD-47E0-9A46-4A95624E9250}" dt="2025-10-27T21:38:35.013" v="221" actId="14100"/>
          <ac:spMkLst>
            <pc:docMk/>
            <pc:sldMk cId="103458723" sldId="281"/>
            <ac:spMk id="50" creationId="{8F6B2AE9-DDE4-FD99-A235-3B39EEE21481}"/>
          </ac:spMkLst>
        </pc:spChg>
      </pc:sldChg>
      <pc:sldChg chg="addSp delSp modSp del mod">
        <pc:chgData name="Tyler Brunelle" userId="a9445cf6952b5880" providerId="LiveId" clId="{7FDE1EA0-6BBD-47E0-9A46-4A95624E9250}" dt="2025-10-27T21:38:04.766" v="205" actId="47"/>
        <pc:sldMkLst>
          <pc:docMk/>
          <pc:sldMk cId="636929804" sldId="282"/>
        </pc:sldMkLst>
        <pc:spChg chg="mod">
          <ac:chgData name="Tyler Brunelle" userId="a9445cf6952b5880" providerId="LiveId" clId="{7FDE1EA0-6BBD-47E0-9A46-4A95624E9250}" dt="2025-10-27T21:34:33.915" v="23" actId="20577"/>
          <ac:spMkLst>
            <pc:docMk/>
            <pc:sldMk cId="636929804" sldId="282"/>
            <ac:spMk id="2" creationId="{8B27D9B3-B64F-656A-0D99-161A6C0F518F}"/>
          </ac:spMkLst>
        </pc:spChg>
        <pc:spChg chg="add mod">
          <ac:chgData name="Tyler Brunelle" userId="a9445cf6952b5880" providerId="LiveId" clId="{7FDE1EA0-6BBD-47E0-9A46-4A95624E9250}" dt="2025-10-27T21:34:39.504" v="24" actId="478"/>
          <ac:spMkLst>
            <pc:docMk/>
            <pc:sldMk cId="636929804" sldId="282"/>
            <ac:spMk id="4" creationId="{07DA3DA4-1378-7A4F-CF94-EF819D3ED062}"/>
          </ac:spMkLst>
        </pc:spChg>
        <pc:spChg chg="del">
          <ac:chgData name="Tyler Brunelle" userId="a9445cf6952b5880" providerId="LiveId" clId="{7FDE1EA0-6BBD-47E0-9A46-4A95624E9250}" dt="2025-10-27T21:34:39.504" v="24" actId="478"/>
          <ac:spMkLst>
            <pc:docMk/>
            <pc:sldMk cId="636929804" sldId="282"/>
            <ac:spMk id="13" creationId="{7E5B6E40-3A7D-ACF7-AA38-25977D322D81}"/>
          </ac:spMkLst>
        </pc:spChg>
      </pc:sldChg>
      <pc:sldChg chg="modSp add del mod">
        <pc:chgData name="Tyler Brunelle" userId="a9445cf6952b5880" providerId="LiveId" clId="{7FDE1EA0-6BBD-47E0-9A46-4A95624E9250}" dt="2025-10-27T21:42:35.260" v="595" actId="47"/>
        <pc:sldMkLst>
          <pc:docMk/>
          <pc:sldMk cId="1658164610" sldId="283"/>
        </pc:sldMkLst>
        <pc:spChg chg="mod">
          <ac:chgData name="Tyler Brunelle" userId="a9445cf6952b5880" providerId="LiveId" clId="{7FDE1EA0-6BBD-47E0-9A46-4A95624E9250}" dt="2025-10-27T21:34:24.842" v="20" actId="20577"/>
          <ac:spMkLst>
            <pc:docMk/>
            <pc:sldMk cId="1658164610" sldId="283"/>
            <ac:spMk id="3" creationId="{4321055C-5E33-5D21-2A6E-21827FA88ED3}"/>
          </ac:spMkLst>
        </pc:spChg>
      </pc:sldChg>
      <pc:sldChg chg="add del">
        <pc:chgData name="Tyler Brunelle" userId="a9445cf6952b5880" providerId="LiveId" clId="{7FDE1EA0-6BBD-47E0-9A46-4A95624E9250}" dt="2025-10-27T21:42:34.507" v="594" actId="47"/>
        <pc:sldMkLst>
          <pc:docMk/>
          <pc:sldMk cId="2403577982" sldId="284"/>
        </pc:sldMkLst>
      </pc:sldChg>
      <pc:sldChg chg="add del">
        <pc:chgData name="Tyler Brunelle" userId="a9445cf6952b5880" providerId="LiveId" clId="{7FDE1EA0-6BBD-47E0-9A46-4A95624E9250}" dt="2025-10-27T21:42:33.290" v="593" actId="47"/>
        <pc:sldMkLst>
          <pc:docMk/>
          <pc:sldMk cId="2791821786" sldId="285"/>
        </pc:sldMkLst>
      </pc:sldChg>
      <pc:sldChg chg="del">
        <pc:chgData name="Tyler Brunelle" userId="a9445cf6952b5880" providerId="LiveId" clId="{7FDE1EA0-6BBD-47E0-9A46-4A95624E9250}" dt="2025-10-27T21:38:47.351" v="224" actId="47"/>
        <pc:sldMkLst>
          <pc:docMk/>
          <pc:sldMk cId="3591521745" sldId="286"/>
        </pc:sldMkLst>
      </pc:sldChg>
      <pc:sldChg chg="modSp new mod">
        <pc:chgData name="Tyler Brunelle" userId="a9445cf6952b5880" providerId="LiveId" clId="{7FDE1EA0-6BBD-47E0-9A46-4A95624E9250}" dt="2025-10-27T21:35:42.523" v="97"/>
        <pc:sldMkLst>
          <pc:docMk/>
          <pc:sldMk cId="551596546" sldId="287"/>
        </pc:sldMkLst>
        <pc:spChg chg="mod">
          <ac:chgData name="Tyler Brunelle" userId="a9445cf6952b5880" providerId="LiveId" clId="{7FDE1EA0-6BBD-47E0-9A46-4A95624E9250}" dt="2025-10-27T21:34:48.264" v="37" actId="20577"/>
          <ac:spMkLst>
            <pc:docMk/>
            <pc:sldMk cId="551596546" sldId="287"/>
            <ac:spMk id="2" creationId="{3F1A8573-80B9-8BAF-F340-BF83BE1E4A8D}"/>
          </ac:spMkLst>
        </pc:spChg>
        <pc:spChg chg="mod">
          <ac:chgData name="Tyler Brunelle" userId="a9445cf6952b5880" providerId="LiveId" clId="{7FDE1EA0-6BBD-47E0-9A46-4A95624E9250}" dt="2025-10-27T21:35:42.523" v="97"/>
          <ac:spMkLst>
            <pc:docMk/>
            <pc:sldMk cId="551596546" sldId="287"/>
            <ac:spMk id="3" creationId="{E56E5353-96BF-EE9B-C566-6B6C2EB06D42}"/>
          </ac:spMkLst>
        </pc:spChg>
      </pc:sldChg>
      <pc:sldChg chg="addSp modSp add mod">
        <pc:chgData name="Tyler Brunelle" userId="a9445cf6952b5880" providerId="LiveId" clId="{7FDE1EA0-6BBD-47E0-9A46-4A95624E9250}" dt="2025-10-27T21:37:01.023" v="143" actId="1076"/>
        <pc:sldMkLst>
          <pc:docMk/>
          <pc:sldMk cId="464592350" sldId="288"/>
        </pc:sldMkLst>
        <pc:spChg chg="mod">
          <ac:chgData name="Tyler Brunelle" userId="a9445cf6952b5880" providerId="LiveId" clId="{7FDE1EA0-6BBD-47E0-9A46-4A95624E9250}" dt="2025-10-27T21:35:49.051" v="115" actId="20577"/>
          <ac:spMkLst>
            <pc:docMk/>
            <pc:sldMk cId="464592350" sldId="288"/>
            <ac:spMk id="2" creationId="{C95CBBE1-9BF1-2F5D-6C40-A986978E1256}"/>
          </ac:spMkLst>
        </pc:spChg>
        <pc:spChg chg="mod">
          <ac:chgData name="Tyler Brunelle" userId="a9445cf6952b5880" providerId="LiveId" clId="{7FDE1EA0-6BBD-47E0-9A46-4A95624E9250}" dt="2025-10-27T21:36:48.732" v="139" actId="20577"/>
          <ac:spMkLst>
            <pc:docMk/>
            <pc:sldMk cId="464592350" sldId="288"/>
            <ac:spMk id="3" creationId="{908C54F9-A289-AC12-8BA2-6623DE6AFBA6}"/>
          </ac:spMkLst>
        </pc:spChg>
        <pc:picChg chg="add mod">
          <ac:chgData name="Tyler Brunelle" userId="a9445cf6952b5880" providerId="LiveId" clId="{7FDE1EA0-6BBD-47E0-9A46-4A95624E9250}" dt="2025-10-27T21:37:01.023" v="143" actId="1076"/>
          <ac:picMkLst>
            <pc:docMk/>
            <pc:sldMk cId="464592350" sldId="288"/>
            <ac:picMk id="6" creationId="{93D1AE25-E2B0-472F-2367-C39CCC5DBE4C}"/>
          </ac:picMkLst>
        </pc:picChg>
      </pc:sldChg>
      <pc:sldChg chg="add">
        <pc:chgData name="Tyler Brunelle" userId="a9445cf6952b5880" providerId="LiveId" clId="{7FDE1EA0-6BBD-47E0-9A46-4A95624E9250}" dt="2025-10-27T21:37:03.572" v="144"/>
        <pc:sldMkLst>
          <pc:docMk/>
          <pc:sldMk cId="2047155085" sldId="289"/>
        </pc:sldMkLst>
      </pc:sldChg>
      <pc:sldChg chg="addSp delSp modSp add mod">
        <pc:chgData name="Tyler Brunelle" userId="a9445cf6952b5880" providerId="LiveId" clId="{7FDE1EA0-6BBD-47E0-9A46-4A95624E9250}" dt="2025-10-27T21:37:48.916" v="204" actId="1076"/>
        <pc:sldMkLst>
          <pc:docMk/>
          <pc:sldMk cId="4145452736" sldId="290"/>
        </pc:sldMkLst>
        <pc:spChg chg="mod">
          <ac:chgData name="Tyler Brunelle" userId="a9445cf6952b5880" providerId="LiveId" clId="{7FDE1EA0-6BBD-47E0-9A46-4A95624E9250}" dt="2025-10-27T21:37:14.881" v="166" actId="20577"/>
          <ac:spMkLst>
            <pc:docMk/>
            <pc:sldMk cId="4145452736" sldId="290"/>
            <ac:spMk id="3" creationId="{983F31C1-A000-2EF7-A280-2BD59A4AB4F3}"/>
          </ac:spMkLst>
        </pc:spChg>
        <pc:picChg chg="add mod">
          <ac:chgData name="Tyler Brunelle" userId="a9445cf6952b5880" providerId="LiveId" clId="{7FDE1EA0-6BBD-47E0-9A46-4A95624E9250}" dt="2025-10-27T21:37:48.916" v="204" actId="1076"/>
          <ac:picMkLst>
            <pc:docMk/>
            <pc:sldMk cId="4145452736" sldId="290"/>
            <ac:picMk id="5" creationId="{FB60E924-6F1A-FB28-B26D-2B992C820B4B}"/>
          </ac:picMkLst>
        </pc:picChg>
        <pc:picChg chg="del">
          <ac:chgData name="Tyler Brunelle" userId="a9445cf6952b5880" providerId="LiveId" clId="{7FDE1EA0-6BBD-47E0-9A46-4A95624E9250}" dt="2025-10-27T21:37:18.547" v="167" actId="478"/>
          <ac:picMkLst>
            <pc:docMk/>
            <pc:sldMk cId="4145452736" sldId="290"/>
            <ac:picMk id="6" creationId="{E994566C-F26A-50B0-F5D0-4E6AB4E68C15}"/>
          </ac:picMkLst>
        </pc:picChg>
      </pc:sldChg>
      <pc:sldChg chg="addSp delSp modSp add mod ord">
        <pc:chgData name="Tyler Brunelle" userId="a9445cf6952b5880" providerId="LiveId" clId="{7FDE1EA0-6BBD-47E0-9A46-4A95624E9250}" dt="2025-10-27T21:37:46.309" v="203" actId="1076"/>
        <pc:sldMkLst>
          <pc:docMk/>
          <pc:sldMk cId="2126402100" sldId="291"/>
        </pc:sldMkLst>
        <pc:spChg chg="mod">
          <ac:chgData name="Tyler Brunelle" userId="a9445cf6952b5880" providerId="LiveId" clId="{7FDE1EA0-6BBD-47E0-9A46-4A95624E9250}" dt="2025-10-27T21:37:38.175" v="198" actId="20577"/>
          <ac:spMkLst>
            <pc:docMk/>
            <pc:sldMk cId="2126402100" sldId="291"/>
            <ac:spMk id="3" creationId="{A1E496A0-2D50-9C9C-33BE-9F6BF3B5F75B}"/>
          </ac:spMkLst>
        </pc:spChg>
        <pc:picChg chg="add mod">
          <ac:chgData name="Tyler Brunelle" userId="a9445cf6952b5880" providerId="LiveId" clId="{7FDE1EA0-6BBD-47E0-9A46-4A95624E9250}" dt="2025-10-27T21:37:46.309" v="203" actId="1076"/>
          <ac:picMkLst>
            <pc:docMk/>
            <pc:sldMk cId="2126402100" sldId="291"/>
            <ac:picMk id="5" creationId="{BC0A8935-DFFD-1F05-5EA6-6E9E1193DD11}"/>
          </ac:picMkLst>
        </pc:picChg>
        <pc:picChg chg="del">
          <ac:chgData name="Tyler Brunelle" userId="a9445cf6952b5880" providerId="LiveId" clId="{7FDE1EA0-6BBD-47E0-9A46-4A95624E9250}" dt="2025-10-27T21:37:39.706" v="199" actId="478"/>
          <ac:picMkLst>
            <pc:docMk/>
            <pc:sldMk cId="2126402100" sldId="291"/>
            <ac:picMk id="6" creationId="{78A7A40D-85AF-CCA8-2127-87FD963F6F6C}"/>
          </ac:picMkLst>
        </pc:picChg>
      </pc:sldChg>
      <pc:sldChg chg="modSp new add del mod">
        <pc:chgData name="Tyler Brunelle" userId="a9445cf6952b5880" providerId="LiveId" clId="{7FDE1EA0-6BBD-47E0-9A46-4A95624E9250}" dt="2025-10-27T21:42:51.367" v="598" actId="313"/>
        <pc:sldMkLst>
          <pc:docMk/>
          <pc:sldMk cId="1830225996" sldId="292"/>
        </pc:sldMkLst>
        <pc:spChg chg="mod">
          <ac:chgData name="Tyler Brunelle" userId="a9445cf6952b5880" providerId="LiveId" clId="{7FDE1EA0-6BBD-47E0-9A46-4A95624E9250}" dt="2025-10-27T21:42:51.367" v="598" actId="313"/>
          <ac:spMkLst>
            <pc:docMk/>
            <pc:sldMk cId="1830225996" sldId="292"/>
            <ac:spMk id="2" creationId="{1AF182A1-AA30-EA30-A6FD-97421E37FA74}"/>
          </ac:spMkLst>
        </pc:spChg>
        <pc:spChg chg="mod">
          <ac:chgData name="Tyler Brunelle" userId="a9445cf6952b5880" providerId="LiveId" clId="{7FDE1EA0-6BBD-47E0-9A46-4A95624E9250}" dt="2025-10-27T21:39:27.621" v="277" actId="20577"/>
          <ac:spMkLst>
            <pc:docMk/>
            <pc:sldMk cId="1830225996" sldId="292"/>
            <ac:spMk id="3" creationId="{C74136F3-5EC1-BDF1-2562-D026CCBE71CB}"/>
          </ac:spMkLst>
        </pc:spChg>
        <pc:spChg chg="mod">
          <ac:chgData name="Tyler Brunelle" userId="a9445cf6952b5880" providerId="LiveId" clId="{7FDE1EA0-6BBD-47E0-9A46-4A95624E9250}" dt="2025-10-27T21:39:56.837" v="379" actId="20577"/>
          <ac:spMkLst>
            <pc:docMk/>
            <pc:sldMk cId="1830225996" sldId="292"/>
            <ac:spMk id="4" creationId="{AC6EDBEF-3A47-AC63-4F42-2C53AC94079E}"/>
          </ac:spMkLst>
        </pc:spChg>
        <pc:spChg chg="mod">
          <ac:chgData name="Tyler Brunelle" userId="a9445cf6952b5880" providerId="LiveId" clId="{7FDE1EA0-6BBD-47E0-9A46-4A95624E9250}" dt="2025-10-27T21:39:35.372" v="315" actId="20577"/>
          <ac:spMkLst>
            <pc:docMk/>
            <pc:sldMk cId="1830225996" sldId="292"/>
            <ac:spMk id="5" creationId="{1F6077B0-88F2-4FBB-FAA7-46D572569C1E}"/>
          </ac:spMkLst>
        </pc:spChg>
        <pc:spChg chg="mod">
          <ac:chgData name="Tyler Brunelle" userId="a9445cf6952b5880" providerId="LiveId" clId="{7FDE1EA0-6BBD-47E0-9A46-4A95624E9250}" dt="2025-10-27T21:40:56.380" v="474" actId="20577"/>
          <ac:spMkLst>
            <pc:docMk/>
            <pc:sldMk cId="1830225996" sldId="292"/>
            <ac:spMk id="6" creationId="{4BCADC4A-C1C2-038A-171A-923D1D23C401}"/>
          </ac:spMkLst>
        </pc:spChg>
      </pc:sldChg>
      <pc:sldChg chg="modSp add del mod">
        <pc:chgData name="Tyler Brunelle" userId="a9445cf6952b5880" providerId="LiveId" clId="{7FDE1EA0-6BBD-47E0-9A46-4A95624E9250}" dt="2025-10-27T21:42:25.661" v="590"/>
        <pc:sldMkLst>
          <pc:docMk/>
          <pc:sldMk cId="2758765075" sldId="292"/>
        </pc:sldMkLst>
        <pc:spChg chg="mod">
          <ac:chgData name="Tyler Brunelle" userId="a9445cf6952b5880" providerId="LiveId" clId="{7FDE1EA0-6BBD-47E0-9A46-4A95624E9250}" dt="2025-10-27T21:42:25.215" v="589" actId="20577"/>
          <ac:spMkLst>
            <pc:docMk/>
            <pc:sldMk cId="2758765075" sldId="292"/>
            <ac:spMk id="2" creationId="{6BACB98C-4E8F-86AD-1EBE-4081FBF9A0CC}"/>
          </ac:spMkLst>
        </pc:spChg>
      </pc:sldChg>
      <pc:sldChg chg="addSp delSp modSp add del mod">
        <pc:chgData name="Tyler Brunelle" userId="a9445cf6952b5880" providerId="LiveId" clId="{7FDE1EA0-6BBD-47E0-9A46-4A95624E9250}" dt="2025-10-27T21:43:07.836" v="639" actId="20577"/>
        <pc:sldMkLst>
          <pc:docMk/>
          <pc:sldMk cId="2967152586" sldId="293"/>
        </pc:sldMkLst>
        <pc:spChg chg="mod">
          <ac:chgData name="Tyler Brunelle" userId="a9445cf6952b5880" providerId="LiveId" clId="{7FDE1EA0-6BBD-47E0-9A46-4A95624E9250}" dt="2025-10-27T21:42:57.351" v="614" actId="20577"/>
          <ac:spMkLst>
            <pc:docMk/>
            <pc:sldMk cId="2967152586" sldId="293"/>
            <ac:spMk id="2" creationId="{C6D7B19C-D6A7-7A69-691E-F523C944F085}"/>
          </ac:spMkLst>
        </pc:spChg>
        <pc:spChg chg="mod">
          <ac:chgData name="Tyler Brunelle" userId="a9445cf6952b5880" providerId="LiveId" clId="{7FDE1EA0-6BBD-47E0-9A46-4A95624E9250}" dt="2025-10-27T21:43:00.770" v="626" actId="20577"/>
          <ac:spMkLst>
            <pc:docMk/>
            <pc:sldMk cId="2967152586" sldId="293"/>
            <ac:spMk id="3" creationId="{C623E519-D8DD-5426-22F3-FF3E19AE8D9F}"/>
          </ac:spMkLst>
        </pc:spChg>
        <pc:spChg chg="mod">
          <ac:chgData name="Tyler Brunelle" userId="a9445cf6952b5880" providerId="LiveId" clId="{7FDE1EA0-6BBD-47E0-9A46-4A95624E9250}" dt="2025-10-27T21:43:07.836" v="639" actId="20577"/>
          <ac:spMkLst>
            <pc:docMk/>
            <pc:sldMk cId="2967152586" sldId="293"/>
            <ac:spMk id="4" creationId="{F24EEF71-BDC1-F491-84F4-57A49939E953}"/>
          </ac:spMkLst>
        </pc:spChg>
        <pc:spChg chg="del">
          <ac:chgData name="Tyler Brunelle" userId="a9445cf6952b5880" providerId="LiveId" clId="{7FDE1EA0-6BBD-47E0-9A46-4A95624E9250}" dt="2025-10-27T21:41:15.060" v="489" actId="478"/>
          <ac:spMkLst>
            <pc:docMk/>
            <pc:sldMk cId="2967152586" sldId="293"/>
            <ac:spMk id="5" creationId="{3DA58ADA-34B0-4D26-4186-8985D8175764}"/>
          </ac:spMkLst>
        </pc:spChg>
        <pc:spChg chg="del mod">
          <ac:chgData name="Tyler Brunelle" userId="a9445cf6952b5880" providerId="LiveId" clId="{7FDE1EA0-6BBD-47E0-9A46-4A95624E9250}" dt="2025-10-27T21:41:17.036" v="492" actId="478"/>
          <ac:spMkLst>
            <pc:docMk/>
            <pc:sldMk cId="2967152586" sldId="293"/>
            <ac:spMk id="6" creationId="{2A5EBD92-2A89-0DDF-744E-4E6716D3D24F}"/>
          </ac:spMkLst>
        </pc:spChg>
        <pc:spChg chg="add del mod">
          <ac:chgData name="Tyler Brunelle" userId="a9445cf6952b5880" providerId="LiveId" clId="{7FDE1EA0-6BBD-47E0-9A46-4A95624E9250}" dt="2025-10-27T21:41:16.275" v="491" actId="478"/>
          <ac:spMkLst>
            <pc:docMk/>
            <pc:sldMk cId="2967152586" sldId="293"/>
            <ac:spMk id="9" creationId="{52F91680-7DFB-DDD0-8EA1-354695E2CAD1}"/>
          </ac:spMkLst>
        </pc:spChg>
        <pc:spChg chg="add del mod">
          <ac:chgData name="Tyler Brunelle" userId="a9445cf6952b5880" providerId="LiveId" clId="{7FDE1EA0-6BBD-47E0-9A46-4A95624E9250}" dt="2025-10-27T21:41:19.111" v="493" actId="478"/>
          <ac:spMkLst>
            <pc:docMk/>
            <pc:sldMk cId="2967152586" sldId="293"/>
            <ac:spMk id="11" creationId="{42E3AB6A-6F27-4371-FC98-98C460626856}"/>
          </ac:spMkLst>
        </pc:spChg>
      </pc:sldChg>
      <pc:sldChg chg="add">
        <pc:chgData name="Tyler Brunelle" userId="a9445cf6952b5880" providerId="LiveId" clId="{7FDE1EA0-6BBD-47E0-9A46-4A95624E9250}" dt="2025-10-27T21:42:44.720" v="597"/>
        <pc:sldMkLst>
          <pc:docMk/>
          <pc:sldMk cId="3016476078" sldId="294"/>
        </pc:sldMkLst>
      </pc:sldChg>
      <pc:sldChg chg="modSp add mod">
        <pc:chgData name="Tyler Brunelle" userId="a9445cf6952b5880" providerId="LiveId" clId="{7FDE1EA0-6BBD-47E0-9A46-4A95624E9250}" dt="2025-10-27T21:43:18.716" v="647" actId="20577"/>
        <pc:sldMkLst>
          <pc:docMk/>
          <pc:sldMk cId="1130053353" sldId="295"/>
        </pc:sldMkLst>
        <pc:spChg chg="mod">
          <ac:chgData name="Tyler Brunelle" userId="a9445cf6952b5880" providerId="LiveId" clId="{7FDE1EA0-6BBD-47E0-9A46-4A95624E9250}" dt="2025-10-27T21:43:18.716" v="647" actId="20577"/>
          <ac:spMkLst>
            <pc:docMk/>
            <pc:sldMk cId="1130053353" sldId="295"/>
            <ac:spMk id="2" creationId="{146C5049-3A9F-617A-6BF3-DA94AC1F2D04}"/>
          </ac:spMkLst>
        </pc:spChg>
      </pc:sldChg>
      <pc:sldChg chg="modSp add del mod">
        <pc:chgData name="Tyler Brunelle" userId="a9445cf6952b5880" providerId="LiveId" clId="{7FDE1EA0-6BBD-47E0-9A46-4A95624E9250}" dt="2025-10-27T22:10:22.409" v="677" actId="47"/>
        <pc:sldMkLst>
          <pc:docMk/>
          <pc:sldMk cId="1223253161" sldId="296"/>
        </pc:sldMkLst>
        <pc:spChg chg="mod">
          <ac:chgData name="Tyler Brunelle" userId="a9445cf6952b5880" providerId="LiveId" clId="{7FDE1EA0-6BBD-47E0-9A46-4A95624E9250}" dt="2025-10-27T22:10:02.728" v="675" actId="20577"/>
          <ac:spMkLst>
            <pc:docMk/>
            <pc:sldMk cId="1223253161" sldId="296"/>
            <ac:spMk id="2" creationId="{C247A27D-EE1E-404F-61E1-9C61C8052260}"/>
          </ac:spMkLst>
        </pc:spChg>
      </pc:sldChg>
      <pc:sldChg chg="modSp add mod">
        <pc:chgData name="Tyler Brunelle" userId="a9445cf6952b5880" providerId="LiveId" clId="{7FDE1EA0-6BBD-47E0-9A46-4A95624E9250}" dt="2025-10-27T22:11:12.965" v="779" actId="20577"/>
        <pc:sldMkLst>
          <pc:docMk/>
          <pc:sldMk cId="2767240067" sldId="297"/>
        </pc:sldMkLst>
        <pc:spChg chg="mod">
          <ac:chgData name="Tyler Brunelle" userId="a9445cf6952b5880" providerId="LiveId" clId="{7FDE1EA0-6BBD-47E0-9A46-4A95624E9250}" dt="2025-10-27T22:10:32.609" v="722" actId="20577"/>
          <ac:spMkLst>
            <pc:docMk/>
            <pc:sldMk cId="2767240067" sldId="297"/>
            <ac:spMk id="2" creationId="{D5E976DC-4280-19B2-20E3-E88A97CDBC7A}"/>
          </ac:spMkLst>
        </pc:spChg>
        <pc:spChg chg="mod">
          <ac:chgData name="Tyler Brunelle" userId="a9445cf6952b5880" providerId="LiveId" clId="{7FDE1EA0-6BBD-47E0-9A46-4A95624E9250}" dt="2025-10-27T22:11:12.965" v="779" actId="20577"/>
          <ac:spMkLst>
            <pc:docMk/>
            <pc:sldMk cId="2767240067" sldId="297"/>
            <ac:spMk id="3" creationId="{BAB74AE7-47BA-DA74-F968-FAC4D39414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68A2-0C95-35A9-E154-44FE2935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20A31-2977-2ADF-B166-9D75DFC3E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AC28F-8159-7F84-D71F-8CAE8569E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0D120-BD7A-FCF5-19C7-95C582112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2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523939" cy="3200400"/>
          </a:xfrm>
        </p:spPr>
        <p:txBody>
          <a:bodyPr anchor="ctr"/>
          <a:lstStyle/>
          <a:p>
            <a:r>
              <a:rPr lang="en-US" sz="2800" dirty="0"/>
              <a:t>Fall Design Presentation</a:t>
            </a:r>
            <a:br>
              <a:rPr lang="en-US" dirty="0"/>
            </a:br>
            <a:r>
              <a:rPr lang="en-US" sz="2000" dirty="0"/>
              <a:t>Tyler Brunelle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26890"/>
            <a:ext cx="3159843" cy="3746091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/>
              <a:t>Title</a:t>
            </a:r>
          </a:p>
          <a:p>
            <a:r>
              <a:rPr lang="en-US" sz="1600" dirty="0"/>
              <a:t>Names</a:t>
            </a:r>
          </a:p>
          <a:p>
            <a:r>
              <a:rPr lang="en-US" sz="1600" dirty="0"/>
              <a:t>User Stories</a:t>
            </a:r>
          </a:p>
          <a:p>
            <a:r>
              <a:rPr lang="en-US" sz="1600" dirty="0"/>
              <a:t>Design Diagrams</a:t>
            </a:r>
          </a:p>
          <a:p>
            <a:r>
              <a:rPr lang="en-US" sz="1600" dirty="0"/>
              <a:t>Major Project Constraints</a:t>
            </a:r>
          </a:p>
          <a:p>
            <a:r>
              <a:rPr lang="en-US" sz="1600" dirty="0"/>
              <a:t>Review of Project Progress</a:t>
            </a:r>
          </a:p>
          <a:p>
            <a:r>
              <a:rPr lang="en-US" sz="1600" dirty="0"/>
              <a:t>Expected Accomplishments</a:t>
            </a:r>
          </a:p>
          <a:p>
            <a:r>
              <a:rPr lang="en-US" sz="1600" dirty="0"/>
              <a:t>Division of Work</a:t>
            </a:r>
          </a:p>
          <a:p>
            <a:r>
              <a:rPr lang="en-US" sz="1600" dirty="0"/>
              <a:t>Expected Demo at Expo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Virtual AFWI</a:t>
            </a:r>
          </a:p>
          <a:p>
            <a:pPr lvl="1"/>
            <a:r>
              <a:rPr lang="en-US" dirty="0"/>
              <a:t>Purpose</a:t>
            </a:r>
          </a:p>
          <a:p>
            <a:pPr lvl="2"/>
            <a:r>
              <a:rPr lang="en-US" dirty="0"/>
              <a:t>Digital version of an existing board game, AFWI</a:t>
            </a:r>
          </a:p>
          <a:p>
            <a:pPr lvl="1"/>
            <a:r>
              <a:rPr lang="en-US" dirty="0"/>
              <a:t>Goals</a:t>
            </a:r>
          </a:p>
          <a:p>
            <a:pPr lvl="2"/>
            <a:r>
              <a:rPr lang="en-US" dirty="0"/>
              <a:t>Player v Player</a:t>
            </a:r>
          </a:p>
          <a:p>
            <a:pPr lvl="2"/>
            <a:r>
              <a:rPr lang="en-US" dirty="0"/>
              <a:t>Online</a:t>
            </a:r>
          </a:p>
          <a:p>
            <a:pPr lvl="2"/>
            <a:r>
              <a:rPr lang="en-US" dirty="0"/>
              <a:t>Tutorial</a:t>
            </a:r>
          </a:p>
          <a:p>
            <a:pPr lvl="2"/>
            <a:r>
              <a:rPr lang="en-US" dirty="0"/>
              <a:t>Improve game dev skills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C72C67-3B06-DE93-7747-01DF3153F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571" y="376354"/>
            <a:ext cx="5526857" cy="236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302012" cy="2907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is a solo project, just 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Tyler Brunelle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(614) 813-3392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bruneltw@mail.uc.edu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77668" y="2960877"/>
            <a:ext cx="5516880" cy="351284"/>
          </a:xfrm>
        </p:spPr>
        <p:txBody>
          <a:bodyPr/>
          <a:lstStyle/>
          <a:p>
            <a:r>
              <a:rPr lang="en-US" dirty="0"/>
              <a:t>Project Advisor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177668" y="3324859"/>
            <a:ext cx="5506720" cy="3031489"/>
          </a:xfrm>
        </p:spPr>
        <p:txBody>
          <a:bodyPr>
            <a:normAutofit/>
          </a:bodyPr>
          <a:lstStyle/>
          <a:p>
            <a:r>
              <a:rPr lang="en-US" dirty="0"/>
              <a:t>TBD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Phone</a:t>
            </a:r>
          </a:p>
          <a:p>
            <a:pPr lvl="1"/>
            <a:r>
              <a:rPr lang="en-US" dirty="0"/>
              <a:t>Email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8573-80B9-8BAF-F340-BF83BE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5353-96BF-EE9B-C566-6B6C2EB06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Player: </a:t>
            </a:r>
            <a:r>
              <a:rPr lang="en-US" b="0" dirty="0"/>
              <a:t>As a </a:t>
            </a:r>
            <a:r>
              <a:rPr lang="en-US" b="0" i="1" dirty="0"/>
              <a:t>player</a:t>
            </a:r>
            <a:r>
              <a:rPr lang="en-US" b="0" dirty="0"/>
              <a:t> of this wargame, I want to play AFWI digitally so that I can quickly hone my skills without needing the physical game components</a:t>
            </a:r>
          </a:p>
          <a:p>
            <a:r>
              <a:rPr lang="en-US" dirty="0"/>
              <a:t>Instructor:</a:t>
            </a:r>
            <a:r>
              <a:rPr lang="en-US" b="0" dirty="0"/>
              <a:t> As an </a:t>
            </a:r>
            <a:r>
              <a:rPr lang="en-US" b="0" i="1" dirty="0"/>
              <a:t>instructor</a:t>
            </a:r>
            <a:r>
              <a:rPr lang="en-US" b="0" dirty="0"/>
              <a:t> of the game, I want the program to enforce the rules automatically, allowing players to focus on wargaming instead of rules disputes</a:t>
            </a:r>
          </a:p>
          <a:p>
            <a:r>
              <a:rPr lang="en-US" dirty="0"/>
              <a:t>New Player:</a:t>
            </a:r>
            <a:r>
              <a:rPr lang="en-US" b="0" dirty="0"/>
              <a:t> As a </a:t>
            </a:r>
            <a:r>
              <a:rPr lang="en-US" b="0" i="1" dirty="0"/>
              <a:t>new player</a:t>
            </a:r>
            <a:r>
              <a:rPr lang="en-US" b="0" dirty="0"/>
              <a:t>, I want the game to have some sort of tutorial that teaches the basic mechanics of the game, so that I can quickly learn and start to play others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23FB-7145-77D4-367B-D9C97644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9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2E46-45E1-BF70-4C4D-1B08F422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CBBE1-9BF1-2F5D-6C40-A986978E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C54F9-A289-AC12-8BA2-6623DE6AFB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Level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A9BD1-1F4D-1DBC-52C8-1526871E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A diagram of a game&#10;&#10;AI-generated content may be incorrect.">
            <a:extLst>
              <a:ext uri="{FF2B5EF4-FFF2-40B4-BE49-F238E27FC236}">
                <a16:creationId xmlns:a16="http://schemas.microsoft.com/office/drawing/2014/main" id="{93D1AE25-E2B0-472F-2367-C39CCC5D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31" y="3670303"/>
            <a:ext cx="8122257" cy="15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9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F5F7-99D6-F0B0-0437-03FF284B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C2BF-5D28-7A13-391F-10D750C7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69F9A-4C9E-4BC3-E750-86715F000B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 Level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E2EA8-F224-F66B-39AE-9FC4CD9D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A diagram of a game&#10;&#10;AI-generated content may be incorrect.">
            <a:extLst>
              <a:ext uri="{FF2B5EF4-FFF2-40B4-BE49-F238E27FC236}">
                <a16:creationId xmlns:a16="http://schemas.microsoft.com/office/drawing/2014/main" id="{9CEA5050-1126-E53F-6ED6-C3400E40D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31" y="3670303"/>
            <a:ext cx="8122257" cy="15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5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E1F3-1D23-E8B2-0DE9-DA57F1773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697F-8ED5-4A87-E4B3-E36127D1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31C1-A000-2EF7-A280-2BD59A4AB4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Interaction Breakdown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AD647-1047-5DED-B7F5-522AC668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0E924-6F1A-FB28-B26D-2B992C820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73" y="3314423"/>
            <a:ext cx="6278059" cy="340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5452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6308E-3D82-A0F2-869B-B2A89A28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FB54-A5F1-7E33-2D9F-5FD0DD1C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496A0-2D50-9C9C-33BE-9F6BF3B5F7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Turn Breakdown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951FB-B380-6CD3-E7A6-992EB138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A8935-DFFD-1F05-5EA6-6E9E1193D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73" y="3228353"/>
            <a:ext cx="7946560" cy="3315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640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7A22-A90A-158F-A3DC-E096F41A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76DC-4280-19B2-20E3-E88A97CD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74AE7-47BA-DA74-F968-FAC4D39414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Legality</a:t>
            </a: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58F35-9258-2096-B517-9228AD87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24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82A1-AA30-EA30-A6FD-97421E37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&amp; Expected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136F3-5EC1-BDF1-2562-D026CCBE7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State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EDBEF-3A47-AC63-4F42-2C53AC94079E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Self-Teaching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 Understanding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077B0-88F2-4FBB-FAA7-46D572569C1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Expected Progress by End of Semester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ADC4A-C1C2-038A-171A-923D1D23C40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Specifications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Detailed Game Flow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Mockups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4E0EA-5FB1-D474-9952-DA3FFE8BE2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25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EC14-D20A-D0CA-DF93-FB032C4B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B19C-D6A7-7A69-691E-F523C944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of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3E519-D8DD-5426-22F3-FF3E19AE8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EEF71-BDC1-F491-84F4-57A49939E95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9032230" cy="29071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Me!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13019-5373-B1C2-B895-7AAE44426F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15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9C03E-041D-D7B8-2314-0DF06783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4042-1B67-353D-1337-3AC7D6F7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F3C42-C3B9-97F0-12A5-564170AA1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7015F-7CD0-BEC5-548D-AD34172023C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9032230" cy="29071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Hands-on Gameplay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Tutorial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B582-E9E7-F3E6-5EC6-9EAA28E895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47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B40C-8705-B4E1-5CA9-186F1128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5049-3A9F-617A-6BF3-DA94AC1F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6BCB-ABC6-1903-99D9-724DF72E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26890"/>
            <a:ext cx="3159843" cy="3746091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/>
              <a:t>Title</a:t>
            </a:r>
          </a:p>
          <a:p>
            <a:r>
              <a:rPr lang="en-US" sz="1600" dirty="0"/>
              <a:t>Names</a:t>
            </a:r>
          </a:p>
          <a:p>
            <a:r>
              <a:rPr lang="en-US" sz="1600" dirty="0"/>
              <a:t>User Stories</a:t>
            </a:r>
          </a:p>
          <a:p>
            <a:r>
              <a:rPr lang="en-US" sz="1600" dirty="0"/>
              <a:t>Design Diagrams</a:t>
            </a:r>
          </a:p>
          <a:p>
            <a:r>
              <a:rPr lang="en-US" sz="1600" dirty="0"/>
              <a:t>Major Project Constraints</a:t>
            </a:r>
          </a:p>
          <a:p>
            <a:r>
              <a:rPr lang="en-US" sz="1600" dirty="0"/>
              <a:t>Review of Project Progress</a:t>
            </a:r>
          </a:p>
          <a:p>
            <a:r>
              <a:rPr lang="en-US" sz="1600" dirty="0"/>
              <a:t>Expected Accomplishments</a:t>
            </a:r>
          </a:p>
          <a:p>
            <a:r>
              <a:rPr lang="en-US" sz="1600" dirty="0"/>
              <a:t>Division of Work</a:t>
            </a:r>
          </a:p>
          <a:p>
            <a:r>
              <a:rPr lang="en-US" sz="1600" dirty="0"/>
              <a:t>Expected Demo at Expo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D00A401-595A-AAC1-6D9B-9276912A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533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52</TotalTime>
  <Words>287</Words>
  <Application>Microsoft Office PowerPoint</Application>
  <PresentationFormat>Widescreen</PresentationFormat>
  <Paragraphs>92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Tenorite</vt:lpstr>
      <vt:lpstr>Custom</vt:lpstr>
      <vt:lpstr>Fall Design Presentation Tyler Brunelle</vt:lpstr>
      <vt:lpstr>Overview</vt:lpstr>
      <vt:lpstr>Title</vt:lpstr>
      <vt:lpstr>Names</vt:lpstr>
      <vt:lpstr>User Stories</vt:lpstr>
      <vt:lpstr>Design Diagrams</vt:lpstr>
      <vt:lpstr>Design Diagrams</vt:lpstr>
      <vt:lpstr>Design Diagrams</vt:lpstr>
      <vt:lpstr>Design Diagrams</vt:lpstr>
      <vt:lpstr>Major Project Constraints</vt:lpstr>
      <vt:lpstr>Current State &amp; Expected Progress</vt:lpstr>
      <vt:lpstr>Division of Work</vt:lpstr>
      <vt:lpstr>Expected Demo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Tyler (bruneltw)</dc:creator>
  <cp:lastModifiedBy>Brunelle, Tyler (bruneltw)</cp:lastModifiedBy>
  <cp:revision>1</cp:revision>
  <dcterms:created xsi:type="dcterms:W3CDTF">2025-10-27T21:18:59Z</dcterms:created>
  <dcterms:modified xsi:type="dcterms:W3CDTF">2025-10-27T22:11:16Z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