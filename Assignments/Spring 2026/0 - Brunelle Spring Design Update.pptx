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58" r:id="rId7"/>
    <p:sldId id="281" r:id="rId8"/>
    <p:sldId id="287" r:id="rId9"/>
    <p:sldId id="297" r:id="rId10"/>
    <p:sldId id="298" r:id="rId11"/>
    <p:sldId id="299" r:id="rId12"/>
    <p:sldId id="294" r:id="rId13"/>
    <p:sldId id="29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4E4577-4437-44CC-B72D-38B8B37C571A}" v="15" dt="2026-01-28T22:32:37.0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0655" autoAdjust="0"/>
  </p:normalViewPr>
  <p:slideViewPr>
    <p:cSldViewPr snapToGrid="0">
      <p:cViewPr varScale="1">
        <p:scale>
          <a:sx n="78" d="100"/>
          <a:sy n="78" d="100"/>
        </p:scale>
        <p:origin x="1109" y="28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yler Brunelle" userId="a9445cf6952b5880" providerId="LiveId" clId="{7FDE1EA0-6BBD-47E0-9A46-4A95624E9250}"/>
    <pc:docChg chg="undo custSel addSld delSld modSld sldOrd">
      <pc:chgData name="Tyler Brunelle" userId="a9445cf6952b5880" providerId="LiveId" clId="{7FDE1EA0-6BBD-47E0-9A46-4A95624E9250}" dt="2026-01-28T22:33:20.859" v="1381" actId="27636"/>
      <pc:docMkLst>
        <pc:docMk/>
      </pc:docMkLst>
      <pc:sldChg chg="modSp mod">
        <pc:chgData name="Tyler Brunelle" userId="a9445cf6952b5880" providerId="LiveId" clId="{7FDE1EA0-6BBD-47E0-9A46-4A95624E9250}" dt="2026-01-27T23:36:57.947" v="793" actId="20577"/>
        <pc:sldMkLst>
          <pc:docMk/>
          <pc:sldMk cId="2586058810" sldId="256"/>
        </pc:sldMkLst>
        <pc:spChg chg="mod">
          <ac:chgData name="Tyler Brunelle" userId="a9445cf6952b5880" providerId="LiveId" clId="{7FDE1EA0-6BBD-47E0-9A46-4A95624E9250}" dt="2026-01-27T23:36:57.947" v="793" actId="20577"/>
          <ac:spMkLst>
            <pc:docMk/>
            <pc:sldMk cId="2586058810" sldId="256"/>
            <ac:spMk id="2" creationId="{CFE75451-6A4B-484B-9ED1-353CCE25B0F4}"/>
          </ac:spMkLst>
        </pc:spChg>
      </pc:sldChg>
      <pc:sldChg chg="modSp mod">
        <pc:chgData name="Tyler Brunelle" userId="a9445cf6952b5880" providerId="LiveId" clId="{7FDE1EA0-6BBD-47E0-9A46-4A95624E9250}" dt="2026-01-28T22:16:20.029" v="1306" actId="20577"/>
        <pc:sldMkLst>
          <pc:docMk/>
          <pc:sldMk cId="1713219598" sldId="257"/>
        </pc:sldMkLst>
        <pc:spChg chg="mod">
          <ac:chgData name="Tyler Brunelle" userId="a9445cf6952b5880" providerId="LiveId" clId="{7FDE1EA0-6BBD-47E0-9A46-4A95624E9250}" dt="2026-01-28T22:16:20.029" v="1306" actId="20577"/>
          <ac:spMkLst>
            <pc:docMk/>
            <pc:sldMk cId="1713219598" sldId="257"/>
            <ac:spMk id="3" creationId="{5671D7E5-EF66-4BCD-8DAA-E9061157F0BE}"/>
          </ac:spMkLst>
        </pc:spChg>
      </pc:sldChg>
      <pc:sldChg chg="addSp modSp">
        <pc:chgData name="Tyler Brunelle" userId="a9445cf6952b5880" providerId="LiveId" clId="{7FDE1EA0-6BBD-47E0-9A46-4A95624E9250}" dt="2026-01-27T23:50:06.814" v="891"/>
        <pc:sldMkLst>
          <pc:docMk/>
          <pc:sldMk cId="3571516367" sldId="258"/>
        </pc:sldMkLst>
        <pc:picChg chg="add">
          <ac:chgData name="Tyler Brunelle" userId="a9445cf6952b5880" providerId="LiveId" clId="{7FDE1EA0-6BBD-47E0-9A46-4A95624E9250}" dt="2026-01-27T23:50:06.814" v="891"/>
          <ac:picMkLst>
            <pc:docMk/>
            <pc:sldMk cId="3571516367" sldId="258"/>
            <ac:picMk id="4" creationId="{11D7D45A-24B1-6CAF-A44E-6B882BC172DA}"/>
          </ac:picMkLst>
        </pc:picChg>
        <pc:picChg chg="mod">
          <ac:chgData name="Tyler Brunelle" userId="a9445cf6952b5880" providerId="LiveId" clId="{7FDE1EA0-6BBD-47E0-9A46-4A95624E9250}" dt="2026-01-27T23:49:21.943" v="890" actId="1076"/>
          <ac:picMkLst>
            <pc:docMk/>
            <pc:sldMk cId="3571516367" sldId="258"/>
            <ac:picMk id="1026" creationId="{63C72C67-3B06-DE93-7747-01DF3153F360}"/>
          </ac:picMkLst>
        </pc:picChg>
      </pc:sldChg>
      <pc:sldChg chg="modSp mod">
        <pc:chgData name="Tyler Brunelle" userId="a9445cf6952b5880" providerId="LiveId" clId="{7FDE1EA0-6BBD-47E0-9A46-4A95624E9250}" dt="2026-01-27T23:53:22.834" v="931" actId="20577"/>
        <pc:sldMkLst>
          <pc:docMk/>
          <pc:sldMk cId="103458723" sldId="281"/>
        </pc:sldMkLst>
        <pc:spChg chg="mod">
          <ac:chgData name="Tyler Brunelle" userId="a9445cf6952b5880" providerId="LiveId" clId="{7FDE1EA0-6BBD-47E0-9A46-4A95624E9250}" dt="2026-01-27T23:51:01.941" v="907" actId="20577"/>
          <ac:spMkLst>
            <pc:docMk/>
            <pc:sldMk cId="103458723" sldId="281"/>
            <ac:spMk id="2" creationId="{A95E2E6A-35EC-1B8E-0FD7-8C67870ACA64}"/>
          </ac:spMkLst>
        </pc:spChg>
        <pc:spChg chg="mod">
          <ac:chgData name="Tyler Brunelle" userId="a9445cf6952b5880" providerId="LiveId" clId="{7FDE1EA0-6BBD-47E0-9A46-4A95624E9250}" dt="2026-01-27T23:53:22.834" v="931" actId="20577"/>
          <ac:spMkLst>
            <pc:docMk/>
            <pc:sldMk cId="103458723" sldId="281"/>
            <ac:spMk id="35" creationId="{EDBE6233-75E9-40D1-968F-58CA9AD0FF50}"/>
          </ac:spMkLst>
        </pc:spChg>
        <pc:spChg chg="mod">
          <ac:chgData name="Tyler Brunelle" userId="a9445cf6952b5880" providerId="LiveId" clId="{7FDE1EA0-6BBD-47E0-9A46-4A95624E9250}" dt="2026-01-27T23:53:14.902" v="928" actId="20577"/>
          <ac:spMkLst>
            <pc:docMk/>
            <pc:sldMk cId="103458723" sldId="281"/>
            <ac:spMk id="50" creationId="{8F6B2AE9-DDE4-FD99-A235-3B39EEE21481}"/>
          </ac:spMkLst>
        </pc:spChg>
      </pc:sldChg>
      <pc:sldChg chg="del">
        <pc:chgData name="Tyler Brunelle" userId="a9445cf6952b5880" providerId="LiveId" clId="{7FDE1EA0-6BBD-47E0-9A46-4A95624E9250}" dt="2026-01-27T23:54:04.789" v="932" actId="47"/>
        <pc:sldMkLst>
          <pc:docMk/>
          <pc:sldMk cId="464592350" sldId="288"/>
        </pc:sldMkLst>
      </pc:sldChg>
      <pc:sldChg chg="del">
        <pc:chgData name="Tyler Brunelle" userId="a9445cf6952b5880" providerId="LiveId" clId="{7FDE1EA0-6BBD-47E0-9A46-4A95624E9250}" dt="2026-01-27T23:54:04.789" v="932" actId="47"/>
        <pc:sldMkLst>
          <pc:docMk/>
          <pc:sldMk cId="2047155085" sldId="289"/>
        </pc:sldMkLst>
      </pc:sldChg>
      <pc:sldChg chg="del">
        <pc:chgData name="Tyler Brunelle" userId="a9445cf6952b5880" providerId="LiveId" clId="{7FDE1EA0-6BBD-47E0-9A46-4A95624E9250}" dt="2026-01-27T23:54:04.789" v="932" actId="47"/>
        <pc:sldMkLst>
          <pc:docMk/>
          <pc:sldMk cId="4145452736" sldId="290"/>
        </pc:sldMkLst>
      </pc:sldChg>
      <pc:sldChg chg="del">
        <pc:chgData name="Tyler Brunelle" userId="a9445cf6952b5880" providerId="LiveId" clId="{7FDE1EA0-6BBD-47E0-9A46-4A95624E9250}" dt="2026-01-27T23:54:04.789" v="932" actId="47"/>
        <pc:sldMkLst>
          <pc:docMk/>
          <pc:sldMk cId="2126402100" sldId="291"/>
        </pc:sldMkLst>
      </pc:sldChg>
      <pc:sldChg chg="modSp del mod">
        <pc:chgData name="Tyler Brunelle" userId="a9445cf6952b5880" providerId="LiveId" clId="{7FDE1EA0-6BBD-47E0-9A46-4A95624E9250}" dt="2026-01-28T00:48:47.415" v="1271" actId="47"/>
        <pc:sldMkLst>
          <pc:docMk/>
          <pc:sldMk cId="1830225996" sldId="292"/>
        </pc:sldMkLst>
        <pc:spChg chg="mod">
          <ac:chgData name="Tyler Brunelle" userId="a9445cf6952b5880" providerId="LiveId" clId="{7FDE1EA0-6BBD-47E0-9A46-4A95624E9250}" dt="2026-01-27T23:54:27.778" v="938" actId="20577"/>
          <ac:spMkLst>
            <pc:docMk/>
            <pc:sldMk cId="1830225996" sldId="292"/>
            <ac:spMk id="2" creationId="{1AF182A1-AA30-EA30-A6FD-97421E37FA74}"/>
          </ac:spMkLst>
        </pc:spChg>
        <pc:spChg chg="mod">
          <ac:chgData name="Tyler Brunelle" userId="a9445cf6952b5880" providerId="LiveId" clId="{7FDE1EA0-6BBD-47E0-9A46-4A95624E9250}" dt="2026-01-27T23:37:30.441" v="827" actId="20577"/>
          <ac:spMkLst>
            <pc:docMk/>
            <pc:sldMk cId="1830225996" sldId="292"/>
            <ac:spMk id="4" creationId="{AC6EDBEF-3A47-AC63-4F42-2C53AC94079E}"/>
          </ac:spMkLst>
        </pc:spChg>
      </pc:sldChg>
      <pc:sldChg chg="del">
        <pc:chgData name="Tyler Brunelle" userId="a9445cf6952b5880" providerId="LiveId" clId="{7FDE1EA0-6BBD-47E0-9A46-4A95624E9250}" dt="2026-01-28T00:48:48.854" v="1272" actId="47"/>
        <pc:sldMkLst>
          <pc:docMk/>
          <pc:sldMk cId="2967152586" sldId="293"/>
        </pc:sldMkLst>
      </pc:sldChg>
      <pc:sldChg chg="modSp mod">
        <pc:chgData name="Tyler Brunelle" userId="a9445cf6952b5880" providerId="LiveId" clId="{7FDE1EA0-6BBD-47E0-9A46-4A95624E9250}" dt="2026-01-28T00:48:59.974" v="1284" actId="20577"/>
        <pc:sldMkLst>
          <pc:docMk/>
          <pc:sldMk cId="3016476078" sldId="294"/>
        </pc:sldMkLst>
        <pc:spChg chg="mod">
          <ac:chgData name="Tyler Brunelle" userId="a9445cf6952b5880" providerId="LiveId" clId="{7FDE1EA0-6BBD-47E0-9A46-4A95624E9250}" dt="2026-01-28T00:48:59.974" v="1284" actId="20577"/>
          <ac:spMkLst>
            <pc:docMk/>
            <pc:sldMk cId="3016476078" sldId="294"/>
            <ac:spMk id="4" creationId="{D7D7015F-7CD0-BEC5-548D-AD34172023CC}"/>
          </ac:spMkLst>
        </pc:spChg>
      </pc:sldChg>
      <pc:sldChg chg="modSp mod">
        <pc:chgData name="Tyler Brunelle" userId="a9445cf6952b5880" providerId="LiveId" clId="{7FDE1EA0-6BBD-47E0-9A46-4A95624E9250}" dt="2026-01-28T22:17:14.160" v="1307" actId="20577"/>
        <pc:sldMkLst>
          <pc:docMk/>
          <pc:sldMk cId="1130053353" sldId="295"/>
        </pc:sldMkLst>
        <pc:spChg chg="mod">
          <ac:chgData name="Tyler Brunelle" userId="a9445cf6952b5880" providerId="LiveId" clId="{7FDE1EA0-6BBD-47E0-9A46-4A95624E9250}" dt="2026-01-28T22:17:14.160" v="1307" actId="20577"/>
          <ac:spMkLst>
            <pc:docMk/>
            <pc:sldMk cId="1130053353" sldId="295"/>
            <ac:spMk id="3" creationId="{1CA56BCB-ABC6-1903-99D9-724DF72E4F95}"/>
          </ac:spMkLst>
        </pc:spChg>
      </pc:sldChg>
      <pc:sldChg chg="modSp mod">
        <pc:chgData name="Tyler Brunelle" userId="a9445cf6952b5880" providerId="LiveId" clId="{7FDE1EA0-6BBD-47E0-9A46-4A95624E9250}" dt="2026-01-28T02:34:04.684" v="1290" actId="20577"/>
        <pc:sldMkLst>
          <pc:docMk/>
          <pc:sldMk cId="2767240067" sldId="297"/>
        </pc:sldMkLst>
        <pc:spChg chg="mod">
          <ac:chgData name="Tyler Brunelle" userId="a9445cf6952b5880" providerId="LiveId" clId="{7FDE1EA0-6BBD-47E0-9A46-4A95624E9250}" dt="2026-01-28T02:34:04.684" v="1290" actId="20577"/>
          <ac:spMkLst>
            <pc:docMk/>
            <pc:sldMk cId="2767240067" sldId="297"/>
            <ac:spMk id="3" creationId="{BAB74AE7-47BA-DA74-F968-FAC4D394141C}"/>
          </ac:spMkLst>
        </pc:spChg>
      </pc:sldChg>
      <pc:sldChg chg="addSp modSp new mod modClrScheme chgLayout">
        <pc:chgData name="Tyler Brunelle" userId="a9445cf6952b5880" providerId="LiveId" clId="{7FDE1EA0-6BBD-47E0-9A46-4A95624E9250}" dt="2026-01-28T00:48:42.113" v="1270" actId="20577"/>
        <pc:sldMkLst>
          <pc:docMk/>
          <pc:sldMk cId="951781092" sldId="298"/>
        </pc:sldMkLst>
        <pc:spChg chg="mod">
          <ac:chgData name="Tyler Brunelle" userId="a9445cf6952b5880" providerId="LiveId" clId="{7FDE1EA0-6BBD-47E0-9A46-4A95624E9250}" dt="2026-01-28T00:48:13.393" v="1246" actId="26606"/>
          <ac:spMkLst>
            <pc:docMk/>
            <pc:sldMk cId="951781092" sldId="298"/>
            <ac:spMk id="2" creationId="{88CD599F-AA9B-A331-0353-8A9CE3C47961}"/>
          </ac:spMkLst>
        </pc:spChg>
        <pc:spChg chg="mod">
          <ac:chgData name="Tyler Brunelle" userId="a9445cf6952b5880" providerId="LiveId" clId="{7FDE1EA0-6BBD-47E0-9A46-4A95624E9250}" dt="2026-01-28T00:48:42.113" v="1270" actId="20577"/>
          <ac:spMkLst>
            <pc:docMk/>
            <pc:sldMk cId="951781092" sldId="298"/>
            <ac:spMk id="3" creationId="{41447C70-4F68-0A10-BC52-1E48990DB5A2}"/>
          </ac:spMkLst>
        </pc:spChg>
        <pc:spChg chg="mod ord modVis">
          <ac:chgData name="Tyler Brunelle" userId="a9445cf6952b5880" providerId="LiveId" clId="{7FDE1EA0-6BBD-47E0-9A46-4A95624E9250}" dt="2026-01-28T00:48:13.393" v="1246" actId="26606"/>
          <ac:spMkLst>
            <pc:docMk/>
            <pc:sldMk cId="951781092" sldId="298"/>
            <ac:spMk id="4" creationId="{D790097D-3BF6-B552-F77F-5885097DD0DF}"/>
          </ac:spMkLst>
        </pc:spChg>
        <pc:picChg chg="add mod">
          <ac:chgData name="Tyler Brunelle" userId="a9445cf6952b5880" providerId="LiveId" clId="{7FDE1EA0-6BBD-47E0-9A46-4A95624E9250}" dt="2026-01-28T00:48:18.541" v="1248" actId="1076"/>
          <ac:picMkLst>
            <pc:docMk/>
            <pc:sldMk cId="951781092" sldId="298"/>
            <ac:picMk id="6" creationId="{0A098298-0DDE-31A8-734A-3E2B31984EE5}"/>
          </ac:picMkLst>
        </pc:picChg>
      </pc:sldChg>
      <pc:sldChg chg="modSp add del mod">
        <pc:chgData name="Tyler Brunelle" userId="a9445cf6952b5880" providerId="LiveId" clId="{7FDE1EA0-6BBD-47E0-9A46-4A95624E9250}" dt="2026-01-28T22:33:20.859" v="1381" actId="27636"/>
        <pc:sldMkLst>
          <pc:docMk/>
          <pc:sldMk cId="2166597072" sldId="299"/>
        </pc:sldMkLst>
        <pc:spChg chg="mod">
          <ac:chgData name="Tyler Brunelle" userId="a9445cf6952b5880" providerId="LiveId" clId="{7FDE1EA0-6BBD-47E0-9A46-4A95624E9250}" dt="2026-01-27T23:56:14.308" v="1088" actId="20577"/>
          <ac:spMkLst>
            <pc:docMk/>
            <pc:sldMk cId="2166597072" sldId="299"/>
            <ac:spMk id="2" creationId="{50758BDA-F74D-8E61-6666-14CF7EF20A85}"/>
          </ac:spMkLst>
        </pc:spChg>
        <pc:spChg chg="mod">
          <ac:chgData name="Tyler Brunelle" userId="a9445cf6952b5880" providerId="LiveId" clId="{7FDE1EA0-6BBD-47E0-9A46-4A95624E9250}" dt="2026-01-28T22:33:20.859" v="1381" actId="27636"/>
          <ac:spMkLst>
            <pc:docMk/>
            <pc:sldMk cId="2166597072" sldId="299"/>
            <ac:spMk id="3" creationId="{A380B3B5-2D9E-FF65-23F6-47EE3351D8EB}"/>
          </ac:spMkLst>
        </pc:spChg>
      </pc:sldChg>
      <pc:sldChg chg="modSp add del mod">
        <pc:chgData name="Tyler Brunelle" userId="a9445cf6952b5880" providerId="LiveId" clId="{7FDE1EA0-6BBD-47E0-9A46-4A95624E9250}" dt="2026-01-28T22:16:03.037" v="1298"/>
        <pc:sldMkLst>
          <pc:docMk/>
          <pc:sldMk cId="198938776" sldId="300"/>
        </pc:sldMkLst>
        <pc:spChg chg="mod">
          <ac:chgData name="Tyler Brunelle" userId="a9445cf6952b5880" providerId="LiveId" clId="{7FDE1EA0-6BBD-47E0-9A46-4A95624E9250}" dt="2026-01-28T22:16:02.265" v="1297" actId="20577"/>
          <ac:spMkLst>
            <pc:docMk/>
            <pc:sldMk cId="198938776" sldId="300"/>
            <ac:spMk id="2" creationId="{DE6BCFE2-7A12-AF74-F2E2-45B5B71BBEBB}"/>
          </ac:spMkLst>
        </pc:spChg>
      </pc:sldChg>
      <pc:sldChg chg="modSp add del mod">
        <pc:chgData name="Tyler Brunelle" userId="a9445cf6952b5880" providerId="LiveId" clId="{7FDE1EA0-6BBD-47E0-9A46-4A95624E9250}" dt="2026-01-28T22:16:17.395" v="1305" actId="47"/>
        <pc:sldMkLst>
          <pc:docMk/>
          <pc:sldMk cId="3187068991" sldId="300"/>
        </pc:sldMkLst>
        <pc:spChg chg="mod">
          <ac:chgData name="Tyler Brunelle" userId="a9445cf6952b5880" providerId="LiveId" clId="{7FDE1EA0-6BBD-47E0-9A46-4A95624E9250}" dt="2026-01-28T22:16:07.227" v="1304" actId="20577"/>
          <ac:spMkLst>
            <pc:docMk/>
            <pc:sldMk cId="3187068991" sldId="300"/>
            <ac:spMk id="2" creationId="{5870F0EC-DEED-C7ED-1E14-822F4B0F34A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B68A2-0C95-35A9-E154-44FE29358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C20A31-2977-2ADF-B166-9D75DFC3E2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2AC28F-8159-7F84-D71F-8CAE8569E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0D120-BD7A-FCF5-19C7-95C582112F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82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5523939" cy="3200400"/>
          </a:xfrm>
        </p:spPr>
        <p:txBody>
          <a:bodyPr anchor="ctr"/>
          <a:lstStyle/>
          <a:p>
            <a:r>
              <a:rPr lang="en-US" sz="2800" dirty="0"/>
              <a:t>Virtual </a:t>
            </a:r>
            <a:r>
              <a:rPr lang="en-US" sz="2800" dirty="0" err="1"/>
              <a:t>Afwi</a:t>
            </a:r>
            <a:br>
              <a:rPr lang="en-US" dirty="0"/>
            </a:br>
            <a:r>
              <a:rPr lang="en-US" sz="2000" dirty="0"/>
              <a:t>Tyler Brunelle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526890"/>
            <a:ext cx="3159843" cy="3746091"/>
          </a:xfrm>
        </p:spPr>
        <p:txBody>
          <a:bodyPr>
            <a:normAutofit/>
          </a:bodyPr>
          <a:lstStyle/>
          <a:p>
            <a:r>
              <a:rPr lang="en-US" sz="1600" dirty="0"/>
              <a:t>Background</a:t>
            </a:r>
          </a:p>
          <a:p>
            <a:r>
              <a:rPr lang="en-US" sz="1600" dirty="0"/>
              <a:t>User Stories</a:t>
            </a:r>
          </a:p>
          <a:p>
            <a:r>
              <a:rPr lang="en-US" sz="1600" dirty="0"/>
              <a:t>Major Project Constraints</a:t>
            </a:r>
          </a:p>
          <a:p>
            <a:r>
              <a:rPr lang="en-US" sz="1600" dirty="0"/>
              <a:t>Current State</a:t>
            </a:r>
          </a:p>
          <a:p>
            <a:r>
              <a:rPr lang="en-US" sz="1600" dirty="0"/>
              <a:t>Expected Demo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r>
              <a:rPr lang="en-US" dirty="0"/>
              <a:t>Virtual AFWI</a:t>
            </a:r>
          </a:p>
          <a:p>
            <a:pPr lvl="1"/>
            <a:r>
              <a:rPr lang="en-US" dirty="0"/>
              <a:t>Purpose</a:t>
            </a:r>
          </a:p>
          <a:p>
            <a:pPr lvl="2"/>
            <a:r>
              <a:rPr lang="en-US" dirty="0"/>
              <a:t>Digital version of an existing board game, AFWI</a:t>
            </a:r>
          </a:p>
          <a:p>
            <a:pPr lvl="1"/>
            <a:r>
              <a:rPr lang="en-US" dirty="0"/>
              <a:t>Goals</a:t>
            </a:r>
          </a:p>
          <a:p>
            <a:pPr lvl="2"/>
            <a:r>
              <a:rPr lang="en-US" dirty="0"/>
              <a:t>Player v Player</a:t>
            </a:r>
          </a:p>
          <a:p>
            <a:pPr lvl="2"/>
            <a:r>
              <a:rPr lang="en-US" dirty="0"/>
              <a:t>Online</a:t>
            </a:r>
          </a:p>
          <a:p>
            <a:pPr lvl="2"/>
            <a:r>
              <a:rPr lang="en-US" dirty="0"/>
              <a:t>Tutorial</a:t>
            </a:r>
          </a:p>
          <a:p>
            <a:pPr lvl="2"/>
            <a:r>
              <a:rPr lang="en-US" dirty="0"/>
              <a:t>Improve game dev skills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3C72C67-3B06-DE93-7747-01DF3153F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571" y="394425"/>
            <a:ext cx="5526857" cy="2368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11D7D45A-24B1-6CAF-A44E-6B882BC17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54B61B9-26F6-B304-92CD-03053DAAF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</a:t>
            </a: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8F6B2AE9-DDE4-FD99-A235-3B39EEE21481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3392035"/>
            <a:ext cx="3302012" cy="29071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Solo Project!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B9F9E8B-42CD-AC26-AFC9-F1F66695693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177668" y="2960877"/>
            <a:ext cx="5516880" cy="351284"/>
          </a:xfrm>
        </p:spPr>
        <p:txBody>
          <a:bodyPr/>
          <a:lstStyle/>
          <a:p>
            <a:r>
              <a:rPr lang="en-US" dirty="0"/>
              <a:t>Project Advisor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EDBE6233-75E9-40D1-968F-58CA9AD0FF5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177668" y="3324859"/>
            <a:ext cx="5506720" cy="3031489"/>
          </a:xfrm>
        </p:spPr>
        <p:txBody>
          <a:bodyPr>
            <a:normAutofit/>
          </a:bodyPr>
          <a:lstStyle/>
          <a:p>
            <a:r>
              <a:rPr lang="en-US" dirty="0"/>
              <a:t>Dr. Hrishikesh Bhide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A8573-80B9-8BAF-F340-BF83BE1E4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E5353-96BF-EE9B-C566-6B6C2EB06D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Player: </a:t>
            </a:r>
            <a:r>
              <a:rPr lang="en-US" b="0" dirty="0"/>
              <a:t>As a </a:t>
            </a:r>
            <a:r>
              <a:rPr lang="en-US" b="0" i="1" dirty="0"/>
              <a:t>player</a:t>
            </a:r>
            <a:r>
              <a:rPr lang="en-US" b="0" dirty="0"/>
              <a:t> of this wargame, I want to play AFWI digitally so that I can quickly hone my skills without needing the physical game components</a:t>
            </a:r>
          </a:p>
          <a:p>
            <a:r>
              <a:rPr lang="en-US" dirty="0"/>
              <a:t>Instructor:</a:t>
            </a:r>
            <a:r>
              <a:rPr lang="en-US" b="0" dirty="0"/>
              <a:t> As an </a:t>
            </a:r>
            <a:r>
              <a:rPr lang="en-US" b="0" i="1" dirty="0"/>
              <a:t>instructor</a:t>
            </a:r>
            <a:r>
              <a:rPr lang="en-US" b="0" dirty="0"/>
              <a:t> of the game, I want the program to enforce the rules automatically, allowing players to focus on wargaming instead of rules disputes</a:t>
            </a:r>
          </a:p>
          <a:p>
            <a:r>
              <a:rPr lang="en-US" dirty="0"/>
              <a:t>New Player:</a:t>
            </a:r>
            <a:r>
              <a:rPr lang="en-US" b="0" dirty="0"/>
              <a:t> As a </a:t>
            </a:r>
            <a:r>
              <a:rPr lang="en-US" b="0" i="1" dirty="0"/>
              <a:t>new player</a:t>
            </a:r>
            <a:r>
              <a:rPr lang="en-US" b="0" dirty="0"/>
              <a:t>, I want the game to have some sort of tutorial that teaches the basic mechanics of the game, so that I can quickly learn and start to play others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923FB-7145-77D4-367B-D9C976443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596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D7A22-A90A-158F-A3DC-E096F41AE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976DC-4280-19B2-20E3-E88A97CDB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Project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74AE7-47BA-DA74-F968-FAC4D39414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</a:t>
            </a:r>
            <a:endParaRPr lang="en-US" b="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58F35-9258-2096-B517-9228AD871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240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D599F-AA9B-A331-0353-8A9CE3C47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47C70-4F68-0A10-BC52-1E48990DB5A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Visuals</a:t>
            </a:r>
          </a:p>
          <a:p>
            <a:pPr marL="569214" lvl="1"/>
            <a:r>
              <a:rPr lang="en-US" dirty="0"/>
              <a:t>Basic I/O</a:t>
            </a:r>
          </a:p>
          <a:p>
            <a:pPr marL="569214" lvl="1"/>
            <a:r>
              <a:rPr lang="en-US" dirty="0"/>
              <a:t>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Game Logic</a:t>
            </a:r>
          </a:p>
          <a:p>
            <a:pPr marL="569214" lvl="1"/>
            <a:r>
              <a:rPr lang="en-US" dirty="0"/>
              <a:t>Turn System</a:t>
            </a:r>
          </a:p>
          <a:p>
            <a:pPr marL="569214" lvl="1"/>
            <a:r>
              <a:rPr lang="en-US" dirty="0"/>
              <a:t>Squadron Activation</a:t>
            </a:r>
          </a:p>
          <a:p>
            <a:pPr marL="569214" lvl="1"/>
            <a:r>
              <a:rPr lang="en-US" dirty="0"/>
              <a:t>Move / Acquire / Shoot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0097D-3BF6-B552-F77F-5885097DD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098298-0DDE-31A8-734A-3E2B31984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357" y="790730"/>
            <a:ext cx="7035743" cy="483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781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E47B2-C4E1-2008-EC71-F33FD4359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58BDA-F74D-8E61-6666-14CF7EF20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0B3B5-2D9E-FF65-23F6-47EE3351D8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Visuals</a:t>
            </a:r>
          </a:p>
          <a:p>
            <a:pPr marL="569214" lvl="1"/>
            <a:r>
              <a:rPr lang="en-US" dirty="0"/>
              <a:t>Tokens</a:t>
            </a:r>
          </a:p>
          <a:p>
            <a:pPr marL="569214" lvl="1"/>
            <a:r>
              <a:rPr lang="en-US" dirty="0"/>
              <a:t>Cards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Game Mechanics</a:t>
            </a:r>
          </a:p>
          <a:p>
            <a:pPr marL="569214" lvl="1"/>
            <a:r>
              <a:rPr lang="en-US" dirty="0"/>
              <a:t>Scoring</a:t>
            </a:r>
          </a:p>
          <a:p>
            <a:pPr marL="569214" lvl="1"/>
            <a:r>
              <a:rPr lang="en-US" dirty="0"/>
              <a:t>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Online</a:t>
            </a:r>
          </a:p>
          <a:p>
            <a:pPr marL="569214" lvl="1"/>
            <a:r>
              <a:rPr lang="en-US" dirty="0"/>
              <a:t>Web-Based Connection</a:t>
            </a:r>
          </a:p>
          <a:p>
            <a:pPr marL="285750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50DC9-BAC8-7F54-6977-3832C79E1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597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9C03E-041D-D7B8-2314-0DF06783B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B4042-1B67-353D-1337-3AC7D6F72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F3C42-C3B9-97F0-12A5-564170AA1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State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7015F-7CD0-BEC5-548D-AD34172023CC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3392035"/>
            <a:ext cx="9032230" cy="290716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PVP Gameplay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Simple Tutorial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2B582-E9E7-F3E6-5EC6-9EAA28E895A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476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AB40C-8705-B4E1-5CA9-186F11280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5049-3A9F-617A-6BF3-DA94AC1F2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56BCB-ABC6-1903-99D9-724DF72E4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526890"/>
            <a:ext cx="3159843" cy="3746091"/>
          </a:xfrm>
        </p:spPr>
        <p:txBody>
          <a:bodyPr>
            <a:normAutofit/>
          </a:bodyPr>
          <a:lstStyle/>
          <a:p>
            <a:r>
              <a:rPr lang="en-US" sz="1600" dirty="0"/>
              <a:t>Background</a:t>
            </a:r>
          </a:p>
          <a:p>
            <a:r>
              <a:rPr lang="en-US" sz="1600" dirty="0"/>
              <a:t>User Stories</a:t>
            </a:r>
          </a:p>
          <a:p>
            <a:r>
              <a:rPr lang="en-US" sz="1600" dirty="0"/>
              <a:t>Major Project Constraints</a:t>
            </a:r>
          </a:p>
          <a:p>
            <a:r>
              <a:rPr lang="en-US" sz="1600" dirty="0"/>
              <a:t>Current State</a:t>
            </a:r>
          </a:p>
          <a:p>
            <a:r>
              <a:rPr lang="en-US" sz="1600" dirty="0"/>
              <a:t>Expected Demo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D00A401-595A-AAC1-6D9B-9276912A9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05335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presentation</Template>
  <TotalTime>247</TotalTime>
  <Words>217</Words>
  <Application>Microsoft Office PowerPoint</Application>
  <PresentationFormat>Widescreen</PresentationFormat>
  <Paragraphs>69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Tenorite</vt:lpstr>
      <vt:lpstr>Custom</vt:lpstr>
      <vt:lpstr>Virtual Afwi Tyler Brunelle</vt:lpstr>
      <vt:lpstr>Overview</vt:lpstr>
      <vt:lpstr>Title</vt:lpstr>
      <vt:lpstr>Background</vt:lpstr>
      <vt:lpstr>User Stories</vt:lpstr>
      <vt:lpstr>Major Project Constraints</vt:lpstr>
      <vt:lpstr>Current state</vt:lpstr>
      <vt:lpstr>Next Steps</vt:lpstr>
      <vt:lpstr>Expected Demo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Brunelle, Tyler (bruneltw)</dc:creator>
  <cp:lastModifiedBy>Brunelle, Tyler (bruneltw)</cp:lastModifiedBy>
  <cp:revision>1</cp:revision>
  <dcterms:created xsi:type="dcterms:W3CDTF">2025-10-27T21:18:59Z</dcterms:created>
  <dcterms:modified xsi:type="dcterms:W3CDTF">2026-01-28T22:33:30Z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